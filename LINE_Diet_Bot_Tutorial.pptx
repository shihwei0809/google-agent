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 飲食熱量精算師：Gemini 2.5 + GAS 完全建置手冊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從零開始建置一套整合 LINE Messaging API、Google Apps Script 與 Gemini 2.5 旗艦版 AI 的多功能飲食管理機器人。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本手冊引導開發者建置多功能飲食管理機器人</a:t>
            </a:r>
          </a:p>
          <a:p>
            <a:r>
              <a:t>使用者只需傳送食物照片，系統即會透過 AI 自動辨識、計算熱量與三大營養素，並即時寫入 Google 試算表。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第一章：LINE Developers 後台完整設定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建立提供者 (Provider)</a:t>
            </a:r>
          </a:p>
          <a:p>
            <a:r>
              <a:t>2. 建立 Messaging API 通道 (Channel)</a:t>
            </a:r>
          </a:p>
          <a:p>
            <a:r>
              <a:t>3. 獲取並設定通道金鑰 (Channel Access Token) 及 開啟 Webhook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第二章：Google 試算表與 GAS 程式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建立 Google 試算表 (Database)</a:t>
            </a:r>
          </a:p>
          <a:p>
            <a:r>
              <a:t>複製網址列中的 試算表 ID</a:t>
            </a:r>
          </a:p>
          <a:p>
            <a:r>
              <a:t>2. 撰寫 Google Apps Script 程式碼</a:t>
            </a:r>
          </a:p>
          <a:p>
            <a:r>
              <a:t>貼上完整的 Gemini 2.5 旗艦版程式碼並設定金鑰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部署 Web 應用程式 (Webapp URL)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 GAS 點擊「部署」 -&gt; 「新增部署作業」</a:t>
            </a:r>
          </a:p>
          <a:p>
            <a:r>
              <a:t>選擇「Web 應用程式 (Web App)」</a:t>
            </a:r>
          </a:p>
          <a:p>
            <a:r>
              <a:t>權限設定：執行身分「我」，誰有權限存取「所有人」</a:t>
            </a:r>
          </a:p>
          <a:p>
            <a:r>
              <a:t>部署完成後，複製「網頁應用程式 URL」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第三章：串接驗證與雙向測試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在 LINE Developers 綁定 Webhook</a:t>
            </a:r>
          </a:p>
          <a:p>
            <a:r>
              <a:t>貼上剛剛在 GAS 複製的「網頁應用程式 URL」</a:t>
            </a:r>
          </a:p>
          <a:p>
            <a:r>
              <a:t>將「Use webhook」切換為開啟狀態</a:t>
            </a:r>
          </a:p>
          <a:p>
            <a:r>
              <a:t>點擊 Verify 驗證雙向串接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重點整理與檢查清單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安全權限與更新：修改程式後需以新版本重新部署</a:t>
            </a:r>
          </a:p>
          <a:p>
            <a:r>
              <a:t>零熱量防呆與精準修復功能內建於 Prompt</a:t>
            </a:r>
          </a:p>
          <a:p>
            <a:r>
              <a:t>[ ] 填寫 LINE Channel Access Token</a:t>
            </a:r>
          </a:p>
          <a:p>
            <a:r>
              <a:t>[ ] 填寫 Google Gemini API 金鑰</a:t>
            </a:r>
          </a:p>
          <a:p>
            <a:r>
              <a:t>[ ] 填寫 Google 試算表 ID</a:t>
            </a:r>
          </a:p>
          <a:p>
            <a:r>
              <a:t>[ ] 部署並完成 Webhook 驗證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