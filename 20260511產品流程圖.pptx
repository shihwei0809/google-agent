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0" r:id="rId2"/>
    <p:sldId id="261" r:id="rId3"/>
    <p:sldId id="262" r:id="rId4"/>
    <p:sldId id="263" r:id="rId5"/>
    <p:sldId id="264" r:id="rId6"/>
    <p:sldId id="266" r:id="rId7"/>
    <p:sldId id="267" r:id="rId8"/>
    <p:sldId id="268" r:id="rId9"/>
    <p:sldId id="269" r:id="rId10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55" autoAdjust="0"/>
    <p:restoredTop sz="96160" autoAdjust="0"/>
  </p:normalViewPr>
  <p:slideViewPr>
    <p:cSldViewPr>
      <p:cViewPr varScale="1">
        <p:scale>
          <a:sx n="114" d="100"/>
          <a:sy n="114" d="100"/>
        </p:scale>
        <p:origin x="204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D88AC28C-3C87-44DE-80E2-80EACA348BEA}" type="datetimeFigureOut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2DB411-936B-44D4-A897-CF047EA6E3B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536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933A72D7-E1B0-431C-B34D-F08286675324}" type="slidenum">
              <a:rPr lang="zh-TW" altLang="en-US" smtClean="0"/>
              <a:pPr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741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94CB2123-3F73-485B-AE7E-A02CC3030F22}" type="slidenum">
              <a:rPr lang="zh-TW" altLang="en-US" smtClean="0"/>
              <a:pPr/>
              <a:t>2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C51BD8EB-190C-46E9-9FBE-6CD4A20A698D}" type="slidenum">
              <a:rPr lang="zh-TW" altLang="en-US" smtClean="0"/>
              <a:pPr/>
              <a:t>3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150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D7358BEF-71E0-481A-9EF2-EE2982ABC2C5}" type="slidenum">
              <a:rPr lang="zh-TW" altLang="en-US" smtClean="0"/>
              <a:pPr/>
              <a:t>4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355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7F8C7F83-1192-4844-A100-1ADCE10F0D3D}" type="slidenum">
              <a:rPr lang="zh-TW" altLang="en-US" smtClean="0"/>
              <a:pPr/>
              <a:t>5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560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969E53C3-BFCB-4F49-ABCA-58041337C781}" type="slidenum">
              <a:rPr lang="zh-TW" altLang="en-US" smtClean="0"/>
              <a:pPr/>
              <a:t>6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765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00D856C6-6343-4D9C-8DD9-AAC21D241610}" type="slidenum">
              <a:rPr lang="zh-TW" altLang="en-US" smtClean="0"/>
              <a:pPr/>
              <a:t>7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970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30FBF1C8-1160-4342-82DE-4098F0D53648}" type="slidenum">
              <a:rPr lang="zh-TW" altLang="en-US" smtClean="0"/>
              <a:pPr/>
              <a:t>8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17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1DE050E1-BCAB-40E7-AC2C-A03B27099226}" type="slidenum">
              <a:rPr lang="zh-TW" altLang="en-US" smtClean="0"/>
              <a:pPr/>
              <a:t>9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20F98-1701-4E50-8141-2367F87D93D3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EDDEE-DD7A-49E2-AE7E-4E1EE6607E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8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8140E-C2FC-4D98-9780-D812E1C37F47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1343B-8269-4781-A320-C544AE10D00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42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D353F-4638-4CC4-8957-D05635AB6BC8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4679D-7EDE-44E6-B0C2-204AE310AF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43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95D19-D0FE-45D6-A4C9-19C367812705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7A7252-E703-4D40-992D-82B86FA399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59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03A61-35EC-4FAD-9D65-219340E2B819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1403C-9C03-4BDF-9D69-36023EE11D2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38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53CB4-8164-44EB-AE5B-CE944164A416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0D739-3D4D-4BC4-87A3-5AAC752186A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43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FCD74-FAEE-481E-8415-0D68519BBE44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838A6-540D-410E-BFA1-AE473548556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2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CB55D-649E-4B23-B7EE-EF39786FD579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1DF6F-7E2C-414F-98D4-6C54C49C550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41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1FE06-47EE-41BE-8F41-5A78E288E0F8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1044-EAA6-488E-97DA-4BA5FF20628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6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88E8F-EBD6-4B92-995F-56F534C3A7A9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2CED2-16C2-46B9-A1E4-77B85C8AAB1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7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71473-67B7-45EC-80BE-E7E68B404B7A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127F6-B2BD-400A-8476-70E7DDE19B9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24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91BE56-9ED2-4335-B78E-79EEF7313A9F}" type="datetime1">
              <a:rPr lang="zh-TW" altLang="en-US"/>
              <a:pPr>
                <a:defRPr/>
              </a:pPr>
              <a:t>2026/5/11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8D575CD-C33E-445B-BBC5-559D073ECB2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1" name="圖片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25" y="122238"/>
            <a:ext cx="75565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4" descr="勝一化工黑字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404813"/>
            <a:ext cx="1303338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Line 5"/>
          <p:cNvSpPr>
            <a:spLocks noChangeShapeType="1"/>
          </p:cNvSpPr>
          <p:nvPr/>
        </p:nvSpPr>
        <p:spPr bwMode="auto">
          <a:xfrm>
            <a:off x="419100" y="958850"/>
            <a:ext cx="8478838" cy="3175"/>
          </a:xfrm>
          <a:prstGeom prst="line">
            <a:avLst/>
          </a:prstGeom>
          <a:noFill/>
          <a:ln w="3175">
            <a:solidFill>
              <a:srgbClr val="00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1990725" y="2451100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1322388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文字方塊 41"/>
          <p:cNvSpPr txBox="1">
            <a:spLocks noChangeArrowheads="1"/>
          </p:cNvSpPr>
          <p:nvPr/>
        </p:nvSpPr>
        <p:spPr bwMode="auto">
          <a:xfrm>
            <a:off x="4672013" y="2328863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TK-614</a:t>
            </a:r>
          </a:p>
        </p:txBody>
      </p:sp>
      <p:sp>
        <p:nvSpPr>
          <p:cNvPr id="46" name="文字方塊 24"/>
          <p:cNvSpPr txBox="1">
            <a:spLocks noChangeArrowheads="1"/>
          </p:cNvSpPr>
          <p:nvPr/>
        </p:nvSpPr>
        <p:spPr bwMode="auto">
          <a:xfrm>
            <a:off x="5627688" y="1646238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62" name="向右箭號 61"/>
          <p:cNvSpPr/>
          <p:nvPr/>
        </p:nvSpPr>
        <p:spPr bwMode="auto">
          <a:xfrm>
            <a:off x="5567363" y="2349500"/>
            <a:ext cx="950912" cy="4984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43" name="文字方塊 62"/>
          <p:cNvSpPr txBox="1">
            <a:spLocks noChangeArrowheads="1"/>
          </p:cNvSpPr>
          <p:nvPr/>
        </p:nvSpPr>
        <p:spPr bwMode="auto">
          <a:xfrm>
            <a:off x="5586413" y="2471738"/>
            <a:ext cx="733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N2</a:t>
            </a:r>
            <a:r>
              <a:rPr lang="zh-TW" altLang="en-US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purge</a:t>
            </a:r>
            <a:r>
              <a:rPr lang="zh-TW" altLang="en-US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5608638" y="302260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27" name="向右箭號 26"/>
          <p:cNvSpPr/>
          <p:nvPr/>
        </p:nvSpPr>
        <p:spPr>
          <a:xfrm>
            <a:off x="3487738" y="2435225"/>
            <a:ext cx="1049337" cy="1524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46" name="文字方塊 24"/>
          <p:cNvSpPr txBox="1">
            <a:spLocks noChangeArrowheads="1"/>
          </p:cNvSpPr>
          <p:nvPr/>
        </p:nvSpPr>
        <p:spPr bwMode="auto">
          <a:xfrm>
            <a:off x="6945313" y="1658938"/>
            <a:ext cx="700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550KL</a:t>
            </a:r>
          </a:p>
        </p:txBody>
      </p:sp>
      <p:pic>
        <p:nvPicPr>
          <p:cNvPr id="1434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688" y="3243263"/>
            <a:ext cx="52705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8" name="文字方塊 24"/>
          <p:cNvSpPr txBox="1">
            <a:spLocks noChangeArrowheads="1"/>
          </p:cNvSpPr>
          <p:nvPr/>
        </p:nvSpPr>
        <p:spPr bwMode="auto">
          <a:xfrm>
            <a:off x="7234238" y="3984625"/>
            <a:ext cx="550862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pic>
        <p:nvPicPr>
          <p:cNvPr id="1434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3478213"/>
            <a:ext cx="525463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0" name="文字方塊 52"/>
          <p:cNvSpPr txBox="1">
            <a:spLocks noChangeArrowheads="1"/>
          </p:cNvSpPr>
          <p:nvPr/>
        </p:nvSpPr>
        <p:spPr bwMode="auto">
          <a:xfrm>
            <a:off x="7935913" y="3643313"/>
            <a:ext cx="78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TK-682</a:t>
            </a:r>
          </a:p>
        </p:txBody>
      </p:sp>
      <p:pic>
        <p:nvPicPr>
          <p:cNvPr id="1435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388" y="4508500"/>
            <a:ext cx="525462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2" name="文字方塊 24"/>
          <p:cNvSpPr txBox="1">
            <a:spLocks noChangeArrowheads="1"/>
          </p:cNvSpPr>
          <p:nvPr/>
        </p:nvSpPr>
        <p:spPr bwMode="auto">
          <a:xfrm>
            <a:off x="7261225" y="4951413"/>
            <a:ext cx="4841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70KL</a:t>
            </a:r>
          </a:p>
        </p:txBody>
      </p:sp>
      <p:sp>
        <p:nvSpPr>
          <p:cNvPr id="14353" name="文字方塊 24"/>
          <p:cNvSpPr txBox="1">
            <a:spLocks noChangeArrowheads="1"/>
          </p:cNvSpPr>
          <p:nvPr/>
        </p:nvSpPr>
        <p:spPr bwMode="auto">
          <a:xfrm>
            <a:off x="7210425" y="3922713"/>
            <a:ext cx="55086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pic>
        <p:nvPicPr>
          <p:cNvPr id="1435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2319338"/>
            <a:ext cx="963613" cy="108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5" name="文字方塊 24"/>
          <p:cNvSpPr txBox="1">
            <a:spLocks noChangeArrowheads="1"/>
          </p:cNvSpPr>
          <p:nvPr/>
        </p:nvSpPr>
        <p:spPr bwMode="auto">
          <a:xfrm>
            <a:off x="6967538" y="2865438"/>
            <a:ext cx="700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500KL</a:t>
            </a:r>
          </a:p>
        </p:txBody>
      </p:sp>
      <p:sp>
        <p:nvSpPr>
          <p:cNvPr id="14356" name="文字方塊 52"/>
          <p:cNvSpPr txBox="1">
            <a:spLocks noChangeArrowheads="1"/>
          </p:cNvSpPr>
          <p:nvPr/>
        </p:nvSpPr>
        <p:spPr bwMode="auto">
          <a:xfrm>
            <a:off x="7916863" y="2743200"/>
            <a:ext cx="78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TK-624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735763" y="2206625"/>
            <a:ext cx="2287587" cy="33099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58" name="文字方塊 79"/>
          <p:cNvSpPr txBox="1">
            <a:spLocks noChangeArrowheads="1"/>
          </p:cNvSpPr>
          <p:nvPr/>
        </p:nvSpPr>
        <p:spPr bwMode="auto">
          <a:xfrm>
            <a:off x="6983413" y="5780088"/>
            <a:ext cx="1354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1320KL</a:t>
            </a:r>
          </a:p>
        </p:txBody>
      </p:sp>
      <p:sp>
        <p:nvSpPr>
          <p:cNvPr id="14359" name="文字方塊 52"/>
          <p:cNvSpPr txBox="1">
            <a:spLocks noChangeArrowheads="1"/>
          </p:cNvSpPr>
          <p:nvPr/>
        </p:nvSpPr>
        <p:spPr bwMode="auto">
          <a:xfrm>
            <a:off x="7940675" y="4710113"/>
            <a:ext cx="78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702175" y="1214438"/>
            <a:ext cx="698500" cy="32226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61" name="文字方塊 82"/>
          <p:cNvSpPr txBox="1">
            <a:spLocks noChangeArrowheads="1"/>
          </p:cNvSpPr>
          <p:nvPr/>
        </p:nvSpPr>
        <p:spPr bwMode="auto">
          <a:xfrm>
            <a:off x="4586288" y="4792663"/>
            <a:ext cx="1362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85KL</a:t>
            </a:r>
          </a:p>
        </p:txBody>
      </p:sp>
      <p:sp>
        <p:nvSpPr>
          <p:cNvPr id="60" name="矩形 59"/>
          <p:cNvSpPr/>
          <p:nvPr/>
        </p:nvSpPr>
        <p:spPr>
          <a:xfrm>
            <a:off x="2281238" y="2276475"/>
            <a:ext cx="1130300" cy="481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pic>
        <p:nvPicPr>
          <p:cNvPr id="1436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2767013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4" name="文字方塊 41"/>
          <p:cNvSpPr txBox="1">
            <a:spLocks noChangeArrowheads="1"/>
          </p:cNvSpPr>
          <p:nvPr/>
        </p:nvSpPr>
        <p:spPr bwMode="auto">
          <a:xfrm>
            <a:off x="4672013" y="3805238"/>
            <a:ext cx="78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TK-676</a:t>
            </a:r>
          </a:p>
        </p:txBody>
      </p:sp>
      <p:sp>
        <p:nvSpPr>
          <p:cNvPr id="14365" name="文字方塊 1"/>
          <p:cNvSpPr txBox="1">
            <a:spLocks noChangeArrowheads="1"/>
          </p:cNvSpPr>
          <p:nvPr/>
        </p:nvSpPr>
        <p:spPr bwMode="auto">
          <a:xfrm>
            <a:off x="1044575" y="4992688"/>
            <a:ext cx="912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TK-604A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TK-604B</a:t>
            </a:r>
          </a:p>
        </p:txBody>
      </p:sp>
      <p:pic>
        <p:nvPicPr>
          <p:cNvPr id="143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363" y="4114800"/>
            <a:ext cx="801687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67" name="文字方塊 24"/>
          <p:cNvSpPr txBox="1">
            <a:spLocks noChangeArrowheads="1"/>
          </p:cNvSpPr>
          <p:nvPr/>
        </p:nvSpPr>
        <p:spPr bwMode="auto">
          <a:xfrm>
            <a:off x="1085850" y="4492625"/>
            <a:ext cx="700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500KL</a:t>
            </a:r>
          </a:p>
        </p:txBody>
      </p:sp>
      <p:pic>
        <p:nvPicPr>
          <p:cNvPr id="1436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728788"/>
            <a:ext cx="696912" cy="78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71" name="文字方塊 24"/>
          <p:cNvSpPr txBox="1">
            <a:spLocks noChangeArrowheads="1"/>
          </p:cNvSpPr>
          <p:nvPr/>
        </p:nvSpPr>
        <p:spPr bwMode="auto">
          <a:xfrm>
            <a:off x="1184275" y="2087563"/>
            <a:ext cx="6175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500KL</a:t>
            </a:r>
          </a:p>
        </p:txBody>
      </p:sp>
      <p:sp>
        <p:nvSpPr>
          <p:cNvPr id="14370" name="文字方塊 1"/>
          <p:cNvSpPr txBox="1">
            <a:spLocks noChangeArrowheads="1"/>
          </p:cNvSpPr>
          <p:nvPr/>
        </p:nvSpPr>
        <p:spPr bwMode="auto">
          <a:xfrm>
            <a:off x="1081088" y="247332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TK-602</a:t>
            </a: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1260475" y="5749925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372" name="文字方塊 1"/>
          <p:cNvSpPr txBox="1">
            <a:spLocks noChangeArrowheads="1"/>
          </p:cNvSpPr>
          <p:nvPr/>
        </p:nvSpPr>
        <p:spPr bwMode="auto">
          <a:xfrm>
            <a:off x="4500563" y="4572000"/>
            <a:ext cx="11287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Check Tank</a:t>
            </a:r>
          </a:p>
        </p:txBody>
      </p:sp>
      <p:sp>
        <p:nvSpPr>
          <p:cNvPr id="14373" name="文字方塊 1"/>
          <p:cNvSpPr txBox="1">
            <a:spLocks noChangeArrowheads="1"/>
          </p:cNvSpPr>
          <p:nvPr/>
        </p:nvSpPr>
        <p:spPr bwMode="auto">
          <a:xfrm>
            <a:off x="2463800" y="4168775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374" name="文字方塊 1"/>
          <p:cNvSpPr txBox="1">
            <a:spLocks noChangeArrowheads="1"/>
          </p:cNvSpPr>
          <p:nvPr/>
        </p:nvSpPr>
        <p:spPr bwMode="auto">
          <a:xfrm>
            <a:off x="7277100" y="5540375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2" name="向右箭號 71"/>
          <p:cNvSpPr/>
          <p:nvPr/>
        </p:nvSpPr>
        <p:spPr>
          <a:xfrm rot="5400000">
            <a:off x="2724943" y="2856707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76" name="文字方塊 24"/>
          <p:cNvSpPr txBox="1">
            <a:spLocks noChangeArrowheads="1"/>
          </p:cNvSpPr>
          <p:nvPr/>
        </p:nvSpPr>
        <p:spPr bwMode="auto">
          <a:xfrm>
            <a:off x="4846638" y="3106738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14377" name="文字方塊 24"/>
          <p:cNvSpPr txBox="1">
            <a:spLocks noChangeArrowheads="1"/>
          </p:cNvSpPr>
          <p:nvPr/>
        </p:nvSpPr>
        <p:spPr bwMode="auto">
          <a:xfrm>
            <a:off x="4878388" y="426720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14378" name="文字方塊 24"/>
          <p:cNvSpPr txBox="1">
            <a:spLocks noChangeArrowheads="1"/>
          </p:cNvSpPr>
          <p:nvPr/>
        </p:nvSpPr>
        <p:spPr bwMode="auto">
          <a:xfrm>
            <a:off x="4862513" y="16700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14379" name="文字方塊 24"/>
          <p:cNvSpPr txBox="1">
            <a:spLocks noChangeArrowheads="1"/>
          </p:cNvSpPr>
          <p:nvPr/>
        </p:nvSpPr>
        <p:spPr bwMode="auto">
          <a:xfrm>
            <a:off x="3660775" y="5340350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14380" name="文字方塊 41"/>
          <p:cNvSpPr txBox="1">
            <a:spLocks noChangeArrowheads="1"/>
          </p:cNvSpPr>
          <p:nvPr/>
        </p:nvSpPr>
        <p:spPr bwMode="auto">
          <a:xfrm>
            <a:off x="2455863" y="4454525"/>
            <a:ext cx="86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TK-652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TK-690</a:t>
            </a:r>
          </a:p>
        </p:txBody>
      </p:sp>
      <p:sp>
        <p:nvSpPr>
          <p:cNvPr id="85" name="矩形 84"/>
          <p:cNvSpPr/>
          <p:nvPr/>
        </p:nvSpPr>
        <p:spPr>
          <a:xfrm>
            <a:off x="250825" y="1325563"/>
            <a:ext cx="1739900" cy="4191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82" name="文字方塊 82"/>
          <p:cNvSpPr txBox="1">
            <a:spLocks noChangeArrowheads="1"/>
          </p:cNvSpPr>
          <p:nvPr/>
        </p:nvSpPr>
        <p:spPr bwMode="auto">
          <a:xfrm>
            <a:off x="2622550" y="5318125"/>
            <a:ext cx="1362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下腳料</a:t>
            </a:r>
            <a:endParaRPr lang="en-US" altLang="zh-TW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200KL</a:t>
            </a:r>
          </a:p>
        </p:txBody>
      </p:sp>
      <p:sp>
        <p:nvSpPr>
          <p:cNvPr id="14383" name="文字方塊 1"/>
          <p:cNvSpPr txBox="1">
            <a:spLocks noChangeArrowheads="1"/>
          </p:cNvSpPr>
          <p:nvPr/>
        </p:nvSpPr>
        <p:spPr bwMode="auto">
          <a:xfrm>
            <a:off x="833438" y="179388"/>
            <a:ext cx="6769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I P A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84" name="文字方塊 24"/>
          <p:cNvSpPr txBox="1">
            <a:spLocks noChangeArrowheads="1"/>
          </p:cNvSpPr>
          <p:nvPr/>
        </p:nvSpPr>
        <p:spPr bwMode="auto">
          <a:xfrm>
            <a:off x="2536825" y="3602038"/>
            <a:ext cx="4841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14385" name="文字方塊 82"/>
          <p:cNvSpPr txBox="1">
            <a:spLocks noChangeArrowheads="1"/>
          </p:cNvSpPr>
          <p:nvPr/>
        </p:nvSpPr>
        <p:spPr bwMode="auto">
          <a:xfrm>
            <a:off x="1042988" y="6026150"/>
            <a:ext cx="1238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2850KL</a:t>
            </a:r>
          </a:p>
        </p:txBody>
      </p:sp>
      <p:sp>
        <p:nvSpPr>
          <p:cNvPr id="14386" name="文字方塊 24"/>
          <p:cNvSpPr txBox="1">
            <a:spLocks noChangeArrowheads="1"/>
          </p:cNvSpPr>
          <p:nvPr/>
        </p:nvSpPr>
        <p:spPr bwMode="auto">
          <a:xfrm>
            <a:off x="3851275" y="3590925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70" name="矩形 69"/>
          <p:cNvSpPr/>
          <p:nvPr/>
        </p:nvSpPr>
        <p:spPr>
          <a:xfrm>
            <a:off x="2487613" y="3154363"/>
            <a:ext cx="1481137" cy="20399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38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847975"/>
            <a:ext cx="801687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89" name="文字方塊 24"/>
          <p:cNvSpPr txBox="1">
            <a:spLocks noChangeArrowheads="1"/>
          </p:cNvSpPr>
          <p:nvPr/>
        </p:nvSpPr>
        <p:spPr bwMode="auto">
          <a:xfrm>
            <a:off x="1079500" y="3225800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550KL</a:t>
            </a:r>
          </a:p>
        </p:txBody>
      </p:sp>
      <p:sp>
        <p:nvSpPr>
          <p:cNvPr id="14390" name="文字方塊 1"/>
          <p:cNvSpPr txBox="1">
            <a:spLocks noChangeArrowheads="1"/>
          </p:cNvSpPr>
          <p:nvPr/>
        </p:nvSpPr>
        <p:spPr bwMode="auto">
          <a:xfrm>
            <a:off x="1074738" y="369728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TK-697</a:t>
            </a:r>
          </a:p>
        </p:txBody>
      </p:sp>
      <p:pic>
        <p:nvPicPr>
          <p:cNvPr id="1439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3243263"/>
            <a:ext cx="525463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92" name="文字方塊 24"/>
          <p:cNvSpPr txBox="1">
            <a:spLocks noChangeArrowheads="1"/>
          </p:cNvSpPr>
          <p:nvPr/>
        </p:nvSpPr>
        <p:spPr bwMode="auto">
          <a:xfrm>
            <a:off x="3200400" y="3687763"/>
            <a:ext cx="5492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14393" name="文字方塊 41"/>
          <p:cNvSpPr txBox="1">
            <a:spLocks noChangeArrowheads="1"/>
          </p:cNvSpPr>
          <p:nvPr/>
        </p:nvSpPr>
        <p:spPr bwMode="auto">
          <a:xfrm>
            <a:off x="3148013" y="4448175"/>
            <a:ext cx="785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TK-691</a:t>
            </a:r>
          </a:p>
        </p:txBody>
      </p:sp>
      <p:sp>
        <p:nvSpPr>
          <p:cNvPr id="14394" name="文字方塊 1"/>
          <p:cNvSpPr txBox="1">
            <a:spLocks noChangeArrowheads="1"/>
          </p:cNvSpPr>
          <p:nvPr/>
        </p:nvSpPr>
        <p:spPr bwMode="auto">
          <a:xfrm>
            <a:off x="3138488" y="4149725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1924050" y="1484313"/>
            <a:ext cx="338138" cy="244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6" name="文字方塊 7"/>
          <p:cNvSpPr txBox="1">
            <a:spLocks noChangeArrowheads="1"/>
          </p:cNvSpPr>
          <p:nvPr/>
        </p:nvSpPr>
        <p:spPr bwMode="auto">
          <a:xfrm>
            <a:off x="2286000" y="1300163"/>
            <a:ext cx="15605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TK693</a:t>
            </a: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只能一廠使用</a:t>
            </a:r>
          </a:p>
        </p:txBody>
      </p:sp>
      <p:pic>
        <p:nvPicPr>
          <p:cNvPr id="1439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4124325"/>
            <a:ext cx="696912" cy="78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" name="文字方塊 24"/>
          <p:cNvSpPr txBox="1">
            <a:spLocks noChangeArrowheads="1"/>
          </p:cNvSpPr>
          <p:nvPr/>
        </p:nvSpPr>
        <p:spPr bwMode="auto">
          <a:xfrm>
            <a:off x="352425" y="4483100"/>
            <a:ext cx="617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250KL</a:t>
            </a:r>
          </a:p>
        </p:txBody>
      </p:sp>
      <p:sp>
        <p:nvSpPr>
          <p:cNvPr id="14399" name="文字方塊 1"/>
          <p:cNvSpPr txBox="1">
            <a:spLocks noChangeArrowheads="1"/>
          </p:cNvSpPr>
          <p:nvPr/>
        </p:nvSpPr>
        <p:spPr bwMode="auto">
          <a:xfrm>
            <a:off x="265113" y="489902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TK-693</a:t>
            </a:r>
          </a:p>
        </p:txBody>
      </p:sp>
      <p:pic>
        <p:nvPicPr>
          <p:cNvPr id="1440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2847975"/>
            <a:ext cx="801688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401" name="文字方塊 24"/>
          <p:cNvSpPr txBox="1">
            <a:spLocks noChangeArrowheads="1"/>
          </p:cNvSpPr>
          <p:nvPr/>
        </p:nvSpPr>
        <p:spPr bwMode="auto">
          <a:xfrm>
            <a:off x="233363" y="3225800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550KL</a:t>
            </a:r>
          </a:p>
        </p:txBody>
      </p:sp>
      <p:sp>
        <p:nvSpPr>
          <p:cNvPr id="14402" name="文字方塊 1"/>
          <p:cNvSpPr txBox="1">
            <a:spLocks noChangeArrowheads="1"/>
          </p:cNvSpPr>
          <p:nvPr/>
        </p:nvSpPr>
        <p:spPr bwMode="auto">
          <a:xfrm>
            <a:off x="228600" y="3697288"/>
            <a:ext cx="785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1763713" y="2451100"/>
            <a:ext cx="271462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75" y="1541463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文字方塊 41"/>
          <p:cNvSpPr txBox="1">
            <a:spLocks noChangeArrowheads="1"/>
          </p:cNvSpPr>
          <p:nvPr/>
        </p:nvSpPr>
        <p:spPr bwMode="auto">
          <a:xfrm>
            <a:off x="4324350" y="2617788"/>
            <a:ext cx="7874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TK-613</a:t>
            </a:r>
          </a:p>
        </p:txBody>
      </p:sp>
      <p:sp>
        <p:nvSpPr>
          <p:cNvPr id="46" name="文字方塊 24"/>
          <p:cNvSpPr txBox="1">
            <a:spLocks noChangeArrowheads="1"/>
          </p:cNvSpPr>
          <p:nvPr/>
        </p:nvSpPr>
        <p:spPr bwMode="auto">
          <a:xfrm>
            <a:off x="5280025" y="1646238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grpSp>
        <p:nvGrpSpPr>
          <p:cNvPr id="16390" name="群組 3"/>
          <p:cNvGrpSpPr>
            <a:grpSpLocks/>
          </p:cNvGrpSpPr>
          <p:nvPr/>
        </p:nvGrpSpPr>
        <p:grpSpPr bwMode="auto">
          <a:xfrm>
            <a:off x="5219700" y="2349500"/>
            <a:ext cx="950913" cy="498475"/>
            <a:chOff x="4984154" y="4708872"/>
            <a:chExt cx="1223963" cy="498475"/>
          </a:xfrm>
        </p:grpSpPr>
        <p:sp>
          <p:nvSpPr>
            <p:cNvPr id="62" name="向右箭號 61"/>
            <p:cNvSpPr/>
            <p:nvPr/>
          </p:nvSpPr>
          <p:spPr>
            <a:xfrm>
              <a:off x="4984154" y="4708872"/>
              <a:ext cx="1223963" cy="49847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438" name="文字方塊 62"/>
            <p:cNvSpPr txBox="1">
              <a:spLocks noChangeArrowheads="1"/>
            </p:cNvSpPr>
            <p:nvPr/>
          </p:nvSpPr>
          <p:spPr bwMode="auto">
            <a:xfrm>
              <a:off x="5007841" y="4831110"/>
              <a:ext cx="94456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N2</a:t>
              </a:r>
              <a:r>
                <a:rPr lang="zh-TW" altLang="en-US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purge</a:t>
              </a:r>
              <a:r>
                <a:rPr lang="zh-TW" altLang="en-US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</a:p>
          </p:txBody>
        </p:sp>
      </p:grpSp>
      <p:pic>
        <p:nvPicPr>
          <p:cNvPr id="163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75" y="2979738"/>
            <a:ext cx="41433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文字方塊 41"/>
          <p:cNvSpPr txBox="1">
            <a:spLocks noChangeArrowheads="1"/>
          </p:cNvSpPr>
          <p:nvPr/>
        </p:nvSpPr>
        <p:spPr bwMode="auto">
          <a:xfrm>
            <a:off x="4324350" y="4057650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TK-678</a:t>
            </a:r>
          </a:p>
        </p:txBody>
      </p: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5260975" y="302260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27" name="向右箭號 26"/>
          <p:cNvSpPr/>
          <p:nvPr/>
        </p:nvSpPr>
        <p:spPr>
          <a:xfrm>
            <a:off x="3260725" y="2435225"/>
            <a:ext cx="1049338" cy="1524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6395" name="群組 3"/>
          <p:cNvGrpSpPr>
            <a:grpSpLocks/>
          </p:cNvGrpSpPr>
          <p:nvPr/>
        </p:nvGrpSpPr>
        <p:grpSpPr bwMode="auto">
          <a:xfrm>
            <a:off x="6388100" y="1325563"/>
            <a:ext cx="2287588" cy="4719637"/>
            <a:chOff x="5990230" y="831088"/>
            <a:chExt cx="2302870" cy="4827190"/>
          </a:xfrm>
        </p:grpSpPr>
        <p:grpSp>
          <p:nvGrpSpPr>
            <p:cNvPr id="16422" name="群組 5"/>
            <p:cNvGrpSpPr>
              <a:grpSpLocks/>
            </p:cNvGrpSpPr>
            <p:nvPr/>
          </p:nvGrpSpPr>
          <p:grpSpPr bwMode="auto">
            <a:xfrm>
              <a:off x="6201930" y="1122863"/>
              <a:ext cx="986465" cy="1089025"/>
              <a:chOff x="10747664" y="2419203"/>
              <a:chExt cx="817169" cy="900290"/>
            </a:xfrm>
          </p:grpSpPr>
          <p:pic>
            <p:nvPicPr>
              <p:cNvPr id="16435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63146" y="2419203"/>
                <a:ext cx="801687" cy="900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436" name="文字方塊 24"/>
              <p:cNvSpPr txBox="1">
                <a:spLocks noChangeArrowheads="1"/>
              </p:cNvSpPr>
              <p:nvPr/>
            </p:nvSpPr>
            <p:spPr bwMode="auto">
              <a:xfrm>
                <a:off x="10747664" y="2812957"/>
                <a:ext cx="577751" cy="254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40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125KL</a:t>
                </a:r>
              </a:p>
            </p:txBody>
          </p:sp>
        </p:grpSp>
        <p:sp>
          <p:nvSpPr>
            <p:cNvPr id="16423" name="文字方塊 52"/>
            <p:cNvSpPr txBox="1">
              <a:spLocks noChangeArrowheads="1"/>
            </p:cNvSpPr>
            <p:nvPr/>
          </p:nvSpPr>
          <p:spPr bwMode="auto">
            <a:xfrm>
              <a:off x="7203530" y="1618907"/>
              <a:ext cx="757154" cy="314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TK-623</a:t>
              </a:r>
            </a:p>
          </p:txBody>
        </p:sp>
        <p:sp>
          <p:nvSpPr>
            <p:cNvPr id="16424" name="文字方塊 24"/>
            <p:cNvSpPr txBox="1">
              <a:spLocks noChangeArrowheads="1"/>
            </p:cNvSpPr>
            <p:nvPr/>
          </p:nvSpPr>
          <p:spPr bwMode="auto">
            <a:xfrm>
              <a:off x="6492039" y="3614199"/>
              <a:ext cx="548736" cy="246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100KL</a:t>
              </a:r>
            </a:p>
          </p:txBody>
        </p:sp>
        <p:grpSp>
          <p:nvGrpSpPr>
            <p:cNvPr id="16425" name="群組 69"/>
            <p:cNvGrpSpPr>
              <a:grpSpLocks/>
            </p:cNvGrpSpPr>
            <p:nvPr/>
          </p:nvGrpSpPr>
          <p:grpSpPr bwMode="auto">
            <a:xfrm>
              <a:off x="6468248" y="3552906"/>
              <a:ext cx="566743" cy="2105372"/>
              <a:chOff x="10685369" y="1362737"/>
              <a:chExt cx="858162" cy="2282946"/>
            </a:xfrm>
          </p:grpSpPr>
          <p:sp>
            <p:nvSpPr>
              <p:cNvPr id="16432" name="文字方塊 24"/>
              <p:cNvSpPr txBox="1">
                <a:spLocks noChangeArrowheads="1"/>
              </p:cNvSpPr>
              <p:nvPr/>
            </p:nvSpPr>
            <p:spPr bwMode="auto">
              <a:xfrm>
                <a:off x="10712634" y="2441687"/>
                <a:ext cx="830897" cy="2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00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100KL</a:t>
                </a:r>
              </a:p>
            </p:txBody>
          </p:sp>
          <p:sp>
            <p:nvSpPr>
              <p:cNvPr id="16433" name="文字方塊 24"/>
              <p:cNvSpPr txBox="1">
                <a:spLocks noChangeArrowheads="1"/>
              </p:cNvSpPr>
              <p:nvPr/>
            </p:nvSpPr>
            <p:spPr bwMode="auto">
              <a:xfrm>
                <a:off x="10761322" y="3378695"/>
                <a:ext cx="733521" cy="26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00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65KL</a:t>
                </a:r>
              </a:p>
            </p:txBody>
          </p:sp>
          <p:sp>
            <p:nvSpPr>
              <p:cNvPr id="16434" name="文字方塊 24"/>
              <p:cNvSpPr txBox="1">
                <a:spLocks noChangeArrowheads="1"/>
              </p:cNvSpPr>
              <p:nvPr/>
            </p:nvSpPr>
            <p:spPr bwMode="auto">
              <a:xfrm>
                <a:off x="10685369" y="1362737"/>
                <a:ext cx="830896" cy="2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00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100KL</a:t>
                </a:r>
              </a:p>
            </p:txBody>
          </p:sp>
        </p:grpSp>
        <p:grpSp>
          <p:nvGrpSpPr>
            <p:cNvPr id="16426" name="群組 73"/>
            <p:cNvGrpSpPr>
              <a:grpSpLocks/>
            </p:cNvGrpSpPr>
            <p:nvPr/>
          </p:nvGrpSpPr>
          <p:grpSpPr bwMode="auto">
            <a:xfrm>
              <a:off x="6220622" y="2556368"/>
              <a:ext cx="977106" cy="1089025"/>
              <a:chOff x="10748679" y="2551747"/>
              <a:chExt cx="808097" cy="900290"/>
            </a:xfrm>
          </p:grpSpPr>
          <p:pic>
            <p:nvPicPr>
              <p:cNvPr id="16430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55089" y="2551747"/>
                <a:ext cx="801687" cy="900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431" name="文字方塊 24"/>
              <p:cNvSpPr txBox="1">
                <a:spLocks noChangeArrowheads="1"/>
              </p:cNvSpPr>
              <p:nvPr/>
            </p:nvSpPr>
            <p:spPr bwMode="auto">
              <a:xfrm>
                <a:off x="10748679" y="2928161"/>
                <a:ext cx="576810" cy="254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40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250KL</a:t>
                </a:r>
              </a:p>
            </p:txBody>
          </p:sp>
        </p:grpSp>
        <p:sp>
          <p:nvSpPr>
            <p:cNvPr id="16427" name="文字方塊 52"/>
            <p:cNvSpPr txBox="1">
              <a:spLocks noChangeArrowheads="1"/>
            </p:cNvSpPr>
            <p:nvPr/>
          </p:nvSpPr>
          <p:spPr bwMode="auto">
            <a:xfrm>
              <a:off x="7196622" y="2991730"/>
              <a:ext cx="757154" cy="523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TK-692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TW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990230" y="831088"/>
              <a:ext cx="2302870" cy="325547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429" name="文字方塊 79"/>
            <p:cNvSpPr txBox="1">
              <a:spLocks noChangeArrowheads="1"/>
            </p:cNvSpPr>
            <p:nvPr/>
          </p:nvSpPr>
          <p:spPr bwMode="auto">
            <a:xfrm>
              <a:off x="6321799" y="4390422"/>
              <a:ext cx="1362075" cy="377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TW" altLang="en-US">
                  <a:solidFill>
                    <a:srgbClr val="00206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共</a:t>
              </a:r>
              <a:r>
                <a:rPr lang="en-US" altLang="zh-TW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375KL</a:t>
              </a:r>
            </a:p>
          </p:txBody>
        </p:sp>
      </p:grpSp>
      <p:sp>
        <p:nvSpPr>
          <p:cNvPr id="82" name="矩形 81"/>
          <p:cNvSpPr/>
          <p:nvPr/>
        </p:nvSpPr>
        <p:spPr>
          <a:xfrm>
            <a:off x="4354513" y="1325563"/>
            <a:ext cx="698500" cy="31305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97" name="文字方塊 82"/>
          <p:cNvSpPr txBox="1">
            <a:spLocks noChangeArrowheads="1"/>
          </p:cNvSpPr>
          <p:nvPr/>
        </p:nvSpPr>
        <p:spPr bwMode="auto">
          <a:xfrm>
            <a:off x="4183063" y="4797425"/>
            <a:ext cx="1362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55KL</a:t>
            </a:r>
          </a:p>
        </p:txBody>
      </p:sp>
      <p:sp>
        <p:nvSpPr>
          <p:cNvPr id="60" name="矩形 59"/>
          <p:cNvSpPr/>
          <p:nvPr/>
        </p:nvSpPr>
        <p:spPr>
          <a:xfrm>
            <a:off x="2054225" y="2276475"/>
            <a:ext cx="1130300" cy="481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grpSp>
        <p:nvGrpSpPr>
          <p:cNvPr id="16399" name="群組 1"/>
          <p:cNvGrpSpPr>
            <a:grpSpLocks/>
          </p:cNvGrpSpPr>
          <p:nvPr/>
        </p:nvGrpSpPr>
        <p:grpSpPr bwMode="auto">
          <a:xfrm>
            <a:off x="858838" y="1624013"/>
            <a:ext cx="6604000" cy="3378200"/>
            <a:chOff x="-36747" y="1624138"/>
            <a:chExt cx="6602847" cy="3378638"/>
          </a:xfrm>
        </p:grpSpPr>
        <p:sp>
          <p:nvSpPr>
            <p:cNvPr id="16411" name="文字方塊 1"/>
            <p:cNvSpPr txBox="1">
              <a:spLocks noChangeArrowheads="1"/>
            </p:cNvSpPr>
            <p:nvPr/>
          </p:nvSpPr>
          <p:spPr bwMode="auto">
            <a:xfrm>
              <a:off x="3732" y="3985799"/>
              <a:ext cx="787231" cy="307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TK-689</a:t>
              </a:r>
            </a:p>
          </p:txBody>
        </p:sp>
        <p:pic>
          <p:nvPicPr>
            <p:cNvPr id="1641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34" y="2997439"/>
              <a:ext cx="801688" cy="90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13" name="文字方塊 24"/>
            <p:cNvSpPr txBox="1">
              <a:spLocks noChangeArrowheads="1"/>
            </p:cNvSpPr>
            <p:nvPr/>
          </p:nvSpPr>
          <p:spPr bwMode="auto">
            <a:xfrm>
              <a:off x="-36747" y="3375263"/>
              <a:ext cx="700686" cy="307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  <p:pic>
          <p:nvPicPr>
            <p:cNvPr id="164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24138"/>
              <a:ext cx="801688" cy="90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15" name="文字方塊 24"/>
            <p:cNvSpPr txBox="1">
              <a:spLocks noChangeArrowheads="1"/>
            </p:cNvSpPr>
            <p:nvPr/>
          </p:nvSpPr>
          <p:spPr bwMode="auto">
            <a:xfrm>
              <a:off x="-36513" y="2001963"/>
              <a:ext cx="700686" cy="307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  <p:sp>
          <p:nvSpPr>
            <p:cNvPr id="16416" name="文字方塊 1"/>
            <p:cNvSpPr txBox="1">
              <a:spLocks noChangeArrowheads="1"/>
            </p:cNvSpPr>
            <p:nvPr/>
          </p:nvSpPr>
          <p:spPr bwMode="auto">
            <a:xfrm>
              <a:off x="8423" y="2565171"/>
              <a:ext cx="787231" cy="307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TK-603</a:t>
              </a:r>
            </a:p>
          </p:txBody>
        </p:sp>
        <p:sp>
          <p:nvSpPr>
            <p:cNvPr id="16417" name="文字方塊 1"/>
            <p:cNvSpPr txBox="1">
              <a:spLocks noChangeArrowheads="1"/>
            </p:cNvSpPr>
            <p:nvPr/>
          </p:nvSpPr>
          <p:spPr bwMode="auto">
            <a:xfrm>
              <a:off x="128071" y="4561636"/>
              <a:ext cx="543651" cy="307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原料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6418" name="文字方塊 1"/>
            <p:cNvSpPr txBox="1">
              <a:spLocks noChangeArrowheads="1"/>
            </p:cNvSpPr>
            <p:nvPr/>
          </p:nvSpPr>
          <p:spPr bwMode="auto">
            <a:xfrm>
              <a:off x="3219505" y="4561402"/>
              <a:ext cx="1128919" cy="307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Check Tank</a:t>
              </a:r>
            </a:p>
          </p:txBody>
        </p:sp>
        <p:sp>
          <p:nvSpPr>
            <p:cNvPr id="16419" name="文字方塊 1"/>
            <p:cNvSpPr txBox="1">
              <a:spLocks noChangeArrowheads="1"/>
            </p:cNvSpPr>
            <p:nvPr/>
          </p:nvSpPr>
          <p:spPr bwMode="auto">
            <a:xfrm>
              <a:off x="1407878" y="4025205"/>
              <a:ext cx="787257" cy="523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格外品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TK-656</a:t>
              </a:r>
            </a:p>
          </p:txBody>
        </p:sp>
        <p:sp>
          <p:nvSpPr>
            <p:cNvPr id="16420" name="文字方塊 1"/>
            <p:cNvSpPr txBox="1">
              <a:spLocks noChangeArrowheads="1"/>
            </p:cNvSpPr>
            <p:nvPr/>
          </p:nvSpPr>
          <p:spPr bwMode="auto">
            <a:xfrm>
              <a:off x="6022449" y="4559010"/>
              <a:ext cx="543651" cy="307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成品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6421" name="文字方塊 1"/>
            <p:cNvSpPr txBox="1">
              <a:spLocks noChangeArrowheads="1"/>
            </p:cNvSpPr>
            <p:nvPr/>
          </p:nvSpPr>
          <p:spPr bwMode="auto">
            <a:xfrm>
              <a:off x="1081396" y="4725735"/>
              <a:ext cx="1729659" cy="277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EGHW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改製回原料儲槽</a:t>
              </a:r>
              <a:endPara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向右箭號 71"/>
          <p:cNvSpPr/>
          <p:nvPr/>
        </p:nvSpPr>
        <p:spPr>
          <a:xfrm rot="5400000">
            <a:off x="2497931" y="2856707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01" name="文字方塊 24"/>
          <p:cNvSpPr txBox="1">
            <a:spLocks noChangeArrowheads="1"/>
          </p:cNvSpPr>
          <p:nvPr/>
        </p:nvSpPr>
        <p:spPr bwMode="auto">
          <a:xfrm>
            <a:off x="4519613" y="3398838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16402" name="文字方塊 24"/>
          <p:cNvSpPr txBox="1">
            <a:spLocks noChangeArrowheads="1"/>
          </p:cNvSpPr>
          <p:nvPr/>
        </p:nvSpPr>
        <p:spPr bwMode="auto">
          <a:xfrm>
            <a:off x="4514850" y="1887538"/>
            <a:ext cx="4841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16403" name="文字方塊 24"/>
          <p:cNvSpPr txBox="1">
            <a:spLocks noChangeArrowheads="1"/>
          </p:cNvSpPr>
          <p:nvPr/>
        </p:nvSpPr>
        <p:spPr bwMode="auto">
          <a:xfrm>
            <a:off x="3433763" y="53403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85" name="矩形 84"/>
          <p:cNvSpPr/>
          <p:nvPr/>
        </p:nvSpPr>
        <p:spPr>
          <a:xfrm>
            <a:off x="852488" y="1325563"/>
            <a:ext cx="911225" cy="31305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05" name="文字方塊 1"/>
          <p:cNvSpPr txBox="1">
            <a:spLocks noChangeArrowheads="1"/>
          </p:cNvSpPr>
          <p:nvPr/>
        </p:nvSpPr>
        <p:spPr bwMode="auto">
          <a:xfrm>
            <a:off x="833438" y="179388"/>
            <a:ext cx="6769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E  G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06" name="文字方塊 82"/>
          <p:cNvSpPr txBox="1">
            <a:spLocks noChangeArrowheads="1"/>
          </p:cNvSpPr>
          <p:nvPr/>
        </p:nvSpPr>
        <p:spPr bwMode="auto">
          <a:xfrm>
            <a:off x="804863" y="4797425"/>
            <a:ext cx="1144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350KL</a:t>
            </a:r>
          </a:p>
        </p:txBody>
      </p:sp>
      <p:grpSp>
        <p:nvGrpSpPr>
          <p:cNvPr id="16407" name="群組 1"/>
          <p:cNvGrpSpPr>
            <a:grpSpLocks/>
          </p:cNvGrpSpPr>
          <p:nvPr/>
        </p:nvGrpSpPr>
        <p:grpSpPr bwMode="auto">
          <a:xfrm>
            <a:off x="2374900" y="3149600"/>
            <a:ext cx="569913" cy="830263"/>
            <a:chOff x="2537446" y="3243263"/>
            <a:chExt cx="569912" cy="830262"/>
          </a:xfrm>
        </p:grpSpPr>
        <p:pic>
          <p:nvPicPr>
            <p:cNvPr id="1640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308" y="3243263"/>
              <a:ext cx="527050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10" name="文字方塊 24"/>
            <p:cNvSpPr txBox="1">
              <a:spLocks noChangeArrowheads="1"/>
            </p:cNvSpPr>
            <p:nvPr/>
          </p:nvSpPr>
          <p:spPr bwMode="auto">
            <a:xfrm>
              <a:off x="2537446" y="3602038"/>
              <a:ext cx="484187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</p:grpSp>
      <p:sp>
        <p:nvSpPr>
          <p:cNvPr id="4" name="弧形箭號 (下彎) 3"/>
          <p:cNvSpPr/>
          <p:nvPr/>
        </p:nvSpPr>
        <p:spPr>
          <a:xfrm rot="10800000">
            <a:off x="1470025" y="5045075"/>
            <a:ext cx="1474788" cy="6731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1836738" y="2451100"/>
            <a:ext cx="271462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1989138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文字方塊 41"/>
          <p:cNvSpPr txBox="1">
            <a:spLocks noChangeArrowheads="1"/>
          </p:cNvSpPr>
          <p:nvPr/>
        </p:nvSpPr>
        <p:spPr bwMode="auto">
          <a:xfrm>
            <a:off x="4403725" y="3130550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TK-611</a:t>
            </a:r>
          </a:p>
        </p:txBody>
      </p:sp>
      <p:sp>
        <p:nvSpPr>
          <p:cNvPr id="46" name="文字方塊 24"/>
          <p:cNvSpPr txBox="1">
            <a:spLocks noChangeArrowheads="1"/>
          </p:cNvSpPr>
          <p:nvPr/>
        </p:nvSpPr>
        <p:spPr bwMode="auto">
          <a:xfrm>
            <a:off x="5353050" y="1646238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grpSp>
        <p:nvGrpSpPr>
          <p:cNvPr id="18438" name="群組 3"/>
          <p:cNvGrpSpPr>
            <a:grpSpLocks/>
          </p:cNvGrpSpPr>
          <p:nvPr/>
        </p:nvGrpSpPr>
        <p:grpSpPr bwMode="auto">
          <a:xfrm>
            <a:off x="5292725" y="2349500"/>
            <a:ext cx="950913" cy="498475"/>
            <a:chOff x="4984154" y="4708872"/>
            <a:chExt cx="1223963" cy="498475"/>
          </a:xfrm>
        </p:grpSpPr>
        <p:sp>
          <p:nvSpPr>
            <p:cNvPr id="62" name="向右箭號 61"/>
            <p:cNvSpPr/>
            <p:nvPr/>
          </p:nvSpPr>
          <p:spPr>
            <a:xfrm>
              <a:off x="4984154" y="4708872"/>
              <a:ext cx="1223963" cy="49847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480" name="文字方塊 62"/>
            <p:cNvSpPr txBox="1">
              <a:spLocks noChangeArrowheads="1"/>
            </p:cNvSpPr>
            <p:nvPr/>
          </p:nvSpPr>
          <p:spPr bwMode="auto">
            <a:xfrm>
              <a:off x="5007841" y="4831110"/>
              <a:ext cx="94456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N2</a:t>
              </a:r>
              <a:r>
                <a:rPr lang="zh-TW" altLang="en-US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purge</a:t>
              </a:r>
              <a:r>
                <a:rPr lang="zh-TW" altLang="en-US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5334000" y="302260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27" name="向右箭號 26"/>
          <p:cNvSpPr/>
          <p:nvPr/>
        </p:nvSpPr>
        <p:spPr>
          <a:xfrm>
            <a:off x="3333750" y="2435225"/>
            <a:ext cx="1049338" cy="1524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8441" name="群組 3"/>
          <p:cNvGrpSpPr>
            <a:grpSpLocks/>
          </p:cNvGrpSpPr>
          <p:nvPr/>
        </p:nvGrpSpPr>
        <p:grpSpPr bwMode="auto">
          <a:xfrm>
            <a:off x="6461125" y="1325563"/>
            <a:ext cx="2287588" cy="4724400"/>
            <a:chOff x="5990230" y="831088"/>
            <a:chExt cx="2302870" cy="4832801"/>
          </a:xfrm>
        </p:grpSpPr>
        <p:grpSp>
          <p:nvGrpSpPr>
            <p:cNvPr id="18467" name="群組 5"/>
            <p:cNvGrpSpPr>
              <a:grpSpLocks/>
            </p:cNvGrpSpPr>
            <p:nvPr/>
          </p:nvGrpSpPr>
          <p:grpSpPr bwMode="auto">
            <a:xfrm>
              <a:off x="6147520" y="1634638"/>
              <a:ext cx="967776" cy="1089025"/>
              <a:chOff x="10702586" y="2842284"/>
              <a:chExt cx="801687" cy="900290"/>
            </a:xfrm>
          </p:grpSpPr>
          <p:pic>
            <p:nvPicPr>
              <p:cNvPr id="18477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586" y="2842284"/>
                <a:ext cx="801687" cy="900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8478" name="文字方塊 24"/>
              <p:cNvSpPr txBox="1">
                <a:spLocks noChangeArrowheads="1"/>
              </p:cNvSpPr>
              <p:nvPr/>
            </p:nvSpPr>
            <p:spPr bwMode="auto">
              <a:xfrm>
                <a:off x="10765565" y="3263182"/>
                <a:ext cx="584435" cy="260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4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250KL</a:t>
                </a:r>
              </a:p>
            </p:txBody>
          </p:sp>
        </p:grpSp>
        <p:sp>
          <p:nvSpPr>
            <p:cNvPr id="18468" name="文字方塊 52"/>
            <p:cNvSpPr txBox="1">
              <a:spLocks noChangeArrowheads="1"/>
            </p:cNvSpPr>
            <p:nvPr/>
          </p:nvSpPr>
          <p:spPr bwMode="auto">
            <a:xfrm>
              <a:off x="7191323" y="2151292"/>
              <a:ext cx="792655" cy="314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TK-621</a:t>
              </a:r>
            </a:p>
          </p:txBody>
        </p:sp>
        <p:sp>
          <p:nvSpPr>
            <p:cNvPr id="18469" name="文字方塊 24"/>
            <p:cNvSpPr txBox="1">
              <a:spLocks noChangeArrowheads="1"/>
            </p:cNvSpPr>
            <p:nvPr/>
          </p:nvSpPr>
          <p:spPr bwMode="auto">
            <a:xfrm>
              <a:off x="6492039" y="3614199"/>
              <a:ext cx="553826" cy="251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  <p:grpSp>
          <p:nvGrpSpPr>
            <p:cNvPr id="18470" name="群組 69"/>
            <p:cNvGrpSpPr>
              <a:grpSpLocks/>
            </p:cNvGrpSpPr>
            <p:nvPr/>
          </p:nvGrpSpPr>
          <p:grpSpPr bwMode="auto">
            <a:xfrm>
              <a:off x="6468250" y="3552906"/>
              <a:ext cx="571833" cy="2110983"/>
              <a:chOff x="10685369" y="1362737"/>
              <a:chExt cx="865869" cy="2289030"/>
            </a:xfrm>
          </p:grpSpPr>
          <p:sp>
            <p:nvSpPr>
              <p:cNvPr id="18474" name="文字方塊 24"/>
              <p:cNvSpPr txBox="1">
                <a:spLocks noChangeArrowheads="1"/>
              </p:cNvSpPr>
              <p:nvPr/>
            </p:nvSpPr>
            <p:spPr bwMode="auto">
              <a:xfrm>
                <a:off x="10712634" y="2441687"/>
                <a:ext cx="838604" cy="273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100KL</a:t>
                </a:r>
              </a:p>
            </p:txBody>
          </p:sp>
          <p:sp>
            <p:nvSpPr>
              <p:cNvPr id="18475" name="文字方塊 24"/>
              <p:cNvSpPr txBox="1">
                <a:spLocks noChangeArrowheads="1"/>
              </p:cNvSpPr>
              <p:nvPr/>
            </p:nvSpPr>
            <p:spPr bwMode="auto">
              <a:xfrm>
                <a:off x="10761323" y="3378695"/>
                <a:ext cx="726202" cy="273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65KL</a:t>
                </a:r>
              </a:p>
            </p:txBody>
          </p:sp>
          <p:sp>
            <p:nvSpPr>
              <p:cNvPr id="18476" name="文字方塊 24"/>
              <p:cNvSpPr txBox="1">
                <a:spLocks noChangeArrowheads="1"/>
              </p:cNvSpPr>
              <p:nvPr/>
            </p:nvSpPr>
            <p:spPr bwMode="auto">
              <a:xfrm>
                <a:off x="10685369" y="1362737"/>
                <a:ext cx="838604" cy="273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TW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100KL</a:t>
                </a:r>
              </a:p>
            </p:txBody>
          </p:sp>
        </p:grpSp>
        <p:sp>
          <p:nvSpPr>
            <p:cNvPr id="18471" name="文字方塊 24"/>
            <p:cNvSpPr txBox="1">
              <a:spLocks noChangeArrowheads="1"/>
            </p:cNvSpPr>
            <p:nvPr/>
          </p:nvSpPr>
          <p:spPr bwMode="auto">
            <a:xfrm>
              <a:off x="6220629" y="3011691"/>
              <a:ext cx="705515" cy="314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5990230" y="831088"/>
              <a:ext cx="2302870" cy="325596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473" name="文字方塊 79"/>
            <p:cNvSpPr txBox="1">
              <a:spLocks noChangeArrowheads="1"/>
            </p:cNvSpPr>
            <p:nvPr/>
          </p:nvSpPr>
          <p:spPr bwMode="auto">
            <a:xfrm>
              <a:off x="6321799" y="4390422"/>
              <a:ext cx="1362075" cy="377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TW" altLang="en-US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共</a:t>
              </a:r>
              <a:r>
                <a:rPr lang="en-US" altLang="zh-TW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</p:grpSp>
      <p:sp>
        <p:nvSpPr>
          <p:cNvPr id="82" name="矩形 81"/>
          <p:cNvSpPr/>
          <p:nvPr/>
        </p:nvSpPr>
        <p:spPr>
          <a:xfrm>
            <a:off x="4427538" y="1325563"/>
            <a:ext cx="698500" cy="31305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43" name="文字方塊 82"/>
          <p:cNvSpPr txBox="1">
            <a:spLocks noChangeArrowheads="1"/>
          </p:cNvSpPr>
          <p:nvPr/>
        </p:nvSpPr>
        <p:spPr bwMode="auto">
          <a:xfrm>
            <a:off x="4256088" y="4797425"/>
            <a:ext cx="1362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60" name="矩形 59"/>
          <p:cNvSpPr/>
          <p:nvPr/>
        </p:nvSpPr>
        <p:spPr>
          <a:xfrm>
            <a:off x="2127250" y="2276475"/>
            <a:ext cx="1130300" cy="481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grpSp>
        <p:nvGrpSpPr>
          <p:cNvPr id="18445" name="群組 1"/>
          <p:cNvGrpSpPr>
            <a:grpSpLocks/>
          </p:cNvGrpSpPr>
          <p:nvPr/>
        </p:nvGrpSpPr>
        <p:grpSpPr bwMode="auto">
          <a:xfrm>
            <a:off x="917575" y="1360488"/>
            <a:ext cx="6618288" cy="3960812"/>
            <a:chOff x="-51613" y="1360498"/>
            <a:chExt cx="6617713" cy="3960864"/>
          </a:xfrm>
        </p:grpSpPr>
        <p:sp>
          <p:nvSpPr>
            <p:cNvPr id="18454" name="文字方塊 1"/>
            <p:cNvSpPr txBox="1">
              <a:spLocks noChangeArrowheads="1"/>
            </p:cNvSpPr>
            <p:nvPr/>
          </p:nvSpPr>
          <p:spPr bwMode="auto">
            <a:xfrm>
              <a:off x="-51613" y="3419592"/>
              <a:ext cx="787305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TK-633</a:t>
              </a:r>
            </a:p>
          </p:txBody>
        </p:sp>
        <p:pic>
          <p:nvPicPr>
            <p:cNvPr id="18455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42" y="2523366"/>
              <a:ext cx="801688" cy="90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56" name="文字方塊 24"/>
            <p:cNvSpPr txBox="1">
              <a:spLocks noChangeArrowheads="1"/>
            </p:cNvSpPr>
            <p:nvPr/>
          </p:nvSpPr>
          <p:spPr bwMode="auto">
            <a:xfrm>
              <a:off x="-19737" y="2894289"/>
              <a:ext cx="700752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125KL</a:t>
              </a:r>
            </a:p>
          </p:txBody>
        </p:sp>
        <p:pic>
          <p:nvPicPr>
            <p:cNvPr id="18457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24" y="1360498"/>
              <a:ext cx="801688" cy="90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58" name="文字方塊 24"/>
            <p:cNvSpPr txBox="1">
              <a:spLocks noChangeArrowheads="1"/>
            </p:cNvSpPr>
            <p:nvPr/>
          </p:nvSpPr>
          <p:spPr bwMode="auto">
            <a:xfrm>
              <a:off x="-12553" y="1745175"/>
              <a:ext cx="700752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  <p:sp>
          <p:nvSpPr>
            <p:cNvPr id="18459" name="文字方塊 1"/>
            <p:cNvSpPr txBox="1">
              <a:spLocks noChangeArrowheads="1"/>
            </p:cNvSpPr>
            <p:nvPr/>
          </p:nvSpPr>
          <p:spPr bwMode="auto">
            <a:xfrm>
              <a:off x="-25077" y="2240204"/>
              <a:ext cx="787305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TK-632</a:t>
              </a:r>
            </a:p>
          </p:txBody>
        </p:sp>
        <p:sp>
          <p:nvSpPr>
            <p:cNvPr id="18460" name="文字方塊 1"/>
            <p:cNvSpPr txBox="1">
              <a:spLocks noChangeArrowheads="1"/>
            </p:cNvSpPr>
            <p:nvPr/>
          </p:nvSpPr>
          <p:spPr bwMode="auto">
            <a:xfrm>
              <a:off x="128875" y="5013522"/>
              <a:ext cx="543651" cy="307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原料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461" name="文字方塊 1"/>
            <p:cNvSpPr txBox="1">
              <a:spLocks noChangeArrowheads="1"/>
            </p:cNvSpPr>
            <p:nvPr/>
          </p:nvSpPr>
          <p:spPr bwMode="auto">
            <a:xfrm>
              <a:off x="3219452" y="4561402"/>
              <a:ext cx="1129025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Check Tank</a:t>
              </a:r>
            </a:p>
          </p:txBody>
        </p:sp>
        <p:sp>
          <p:nvSpPr>
            <p:cNvPr id="18462" name="文字方塊 1"/>
            <p:cNvSpPr txBox="1">
              <a:spLocks noChangeArrowheads="1"/>
            </p:cNvSpPr>
            <p:nvPr/>
          </p:nvSpPr>
          <p:spPr bwMode="auto">
            <a:xfrm>
              <a:off x="1360416" y="3130640"/>
              <a:ext cx="7232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格外品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463" name="文字方塊 1"/>
            <p:cNvSpPr txBox="1">
              <a:spLocks noChangeArrowheads="1"/>
            </p:cNvSpPr>
            <p:nvPr/>
          </p:nvSpPr>
          <p:spPr bwMode="auto">
            <a:xfrm>
              <a:off x="6022449" y="4559010"/>
              <a:ext cx="543651" cy="307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成品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846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43" y="3717112"/>
              <a:ext cx="801688" cy="90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65" name="文字方塊 1"/>
            <p:cNvSpPr txBox="1">
              <a:spLocks noChangeArrowheads="1"/>
            </p:cNvSpPr>
            <p:nvPr/>
          </p:nvSpPr>
          <p:spPr bwMode="auto">
            <a:xfrm>
              <a:off x="-37386" y="4578212"/>
              <a:ext cx="787305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TK-671</a:t>
              </a:r>
            </a:p>
          </p:txBody>
        </p:sp>
        <p:sp>
          <p:nvSpPr>
            <p:cNvPr id="18466" name="文字方塊 24"/>
            <p:cNvSpPr txBox="1">
              <a:spLocks noChangeArrowheads="1"/>
            </p:cNvSpPr>
            <p:nvPr/>
          </p:nvSpPr>
          <p:spPr bwMode="auto">
            <a:xfrm>
              <a:off x="75730" y="4107080"/>
              <a:ext cx="602980" cy="30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70KL</a:t>
              </a:r>
            </a:p>
          </p:txBody>
        </p:sp>
      </p:grpSp>
      <p:sp>
        <p:nvSpPr>
          <p:cNvPr id="72" name="向右箭號 71"/>
          <p:cNvSpPr/>
          <p:nvPr/>
        </p:nvSpPr>
        <p:spPr>
          <a:xfrm rot="5400000">
            <a:off x="2570956" y="2856707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47" name="文字方塊 24"/>
          <p:cNvSpPr txBox="1">
            <a:spLocks noChangeArrowheads="1"/>
          </p:cNvSpPr>
          <p:nvPr/>
        </p:nvSpPr>
        <p:spPr bwMode="auto">
          <a:xfrm>
            <a:off x="4592638" y="3398838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18448" name="文字方塊 24"/>
          <p:cNvSpPr txBox="1">
            <a:spLocks noChangeArrowheads="1"/>
          </p:cNvSpPr>
          <p:nvPr/>
        </p:nvSpPr>
        <p:spPr bwMode="auto">
          <a:xfrm>
            <a:off x="4565650" y="2413000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18449" name="文字方塊 24"/>
          <p:cNvSpPr txBox="1">
            <a:spLocks noChangeArrowheads="1"/>
          </p:cNvSpPr>
          <p:nvPr/>
        </p:nvSpPr>
        <p:spPr bwMode="auto">
          <a:xfrm>
            <a:off x="3506788" y="53403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85" name="矩形 84"/>
          <p:cNvSpPr/>
          <p:nvPr/>
        </p:nvSpPr>
        <p:spPr>
          <a:xfrm>
            <a:off x="925513" y="1258888"/>
            <a:ext cx="911225" cy="37004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51" name="文字方塊 82"/>
          <p:cNvSpPr txBox="1">
            <a:spLocks noChangeArrowheads="1"/>
          </p:cNvSpPr>
          <p:nvPr/>
        </p:nvSpPr>
        <p:spPr bwMode="auto">
          <a:xfrm>
            <a:off x="2322513" y="3389313"/>
            <a:ext cx="1362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IBC</a:t>
            </a:r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桶</a:t>
            </a:r>
            <a:endParaRPr lang="en-US" altLang="zh-TW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452" name="文字方塊 1"/>
          <p:cNvSpPr txBox="1">
            <a:spLocks noChangeArrowheads="1"/>
          </p:cNvSpPr>
          <p:nvPr/>
        </p:nvSpPr>
        <p:spPr bwMode="auto">
          <a:xfrm>
            <a:off x="833438" y="179388"/>
            <a:ext cx="6769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N M P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53" name="文字方塊 82"/>
          <p:cNvSpPr txBox="1">
            <a:spLocks noChangeArrowheads="1"/>
          </p:cNvSpPr>
          <p:nvPr/>
        </p:nvSpPr>
        <p:spPr bwMode="auto">
          <a:xfrm>
            <a:off x="827088" y="5219700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445KL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2687638" y="2752725"/>
            <a:ext cx="271462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2303463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文字方塊 41"/>
          <p:cNvSpPr txBox="1">
            <a:spLocks noChangeArrowheads="1"/>
          </p:cNvSpPr>
          <p:nvPr/>
        </p:nvSpPr>
        <p:spPr bwMode="auto">
          <a:xfrm>
            <a:off x="5254625" y="344487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TK-677</a:t>
            </a:r>
          </a:p>
        </p:txBody>
      </p:sp>
      <p:sp>
        <p:nvSpPr>
          <p:cNvPr id="46" name="文字方塊 24"/>
          <p:cNvSpPr txBox="1">
            <a:spLocks noChangeArrowheads="1"/>
          </p:cNvSpPr>
          <p:nvPr/>
        </p:nvSpPr>
        <p:spPr bwMode="auto">
          <a:xfrm>
            <a:off x="6203950" y="196850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grpSp>
        <p:nvGrpSpPr>
          <p:cNvPr id="20486" name="群組 3"/>
          <p:cNvGrpSpPr>
            <a:grpSpLocks/>
          </p:cNvGrpSpPr>
          <p:nvPr/>
        </p:nvGrpSpPr>
        <p:grpSpPr bwMode="auto">
          <a:xfrm>
            <a:off x="6143625" y="2663825"/>
            <a:ext cx="950913" cy="498475"/>
            <a:chOff x="4984154" y="4708872"/>
            <a:chExt cx="1223963" cy="498475"/>
          </a:xfrm>
        </p:grpSpPr>
        <p:sp>
          <p:nvSpPr>
            <p:cNvPr id="62" name="向右箭號 61"/>
            <p:cNvSpPr/>
            <p:nvPr/>
          </p:nvSpPr>
          <p:spPr>
            <a:xfrm>
              <a:off x="4984154" y="4708872"/>
              <a:ext cx="1223963" cy="49847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529" name="文字方塊 62"/>
            <p:cNvSpPr txBox="1">
              <a:spLocks noChangeArrowheads="1"/>
            </p:cNvSpPr>
            <p:nvPr/>
          </p:nvSpPr>
          <p:spPr bwMode="auto">
            <a:xfrm>
              <a:off x="5007841" y="4831110"/>
              <a:ext cx="94456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N2</a:t>
              </a:r>
              <a:r>
                <a:rPr lang="zh-TW" altLang="en-US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purge</a:t>
              </a:r>
              <a:r>
                <a:rPr lang="zh-TW" altLang="en-US" sz="100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6184900" y="3336925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27" name="向右箭號 26"/>
          <p:cNvSpPr/>
          <p:nvPr/>
        </p:nvSpPr>
        <p:spPr>
          <a:xfrm>
            <a:off x="4184650" y="2749550"/>
            <a:ext cx="1049338" cy="1524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48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425700"/>
            <a:ext cx="962025" cy="106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90" name="文字方塊 24"/>
          <p:cNvSpPr txBox="1">
            <a:spLocks noChangeArrowheads="1"/>
          </p:cNvSpPr>
          <p:nvPr/>
        </p:nvSpPr>
        <p:spPr bwMode="auto">
          <a:xfrm>
            <a:off x="7543800" y="2924175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pic>
        <p:nvPicPr>
          <p:cNvPr id="2049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75" y="4735513"/>
            <a:ext cx="962025" cy="106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92" name="文字方塊 24"/>
          <p:cNvSpPr txBox="1">
            <a:spLocks noChangeArrowheads="1"/>
          </p:cNvSpPr>
          <p:nvPr/>
        </p:nvSpPr>
        <p:spPr bwMode="auto">
          <a:xfrm>
            <a:off x="5489575" y="5232400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20493" name="文字方塊 52"/>
          <p:cNvSpPr txBox="1">
            <a:spLocks noChangeArrowheads="1"/>
          </p:cNvSpPr>
          <p:nvPr/>
        </p:nvSpPr>
        <p:spPr bwMode="auto">
          <a:xfrm>
            <a:off x="7580313" y="3567113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TK-680</a:t>
            </a:r>
          </a:p>
        </p:txBody>
      </p:sp>
      <p:sp>
        <p:nvSpPr>
          <p:cNvPr id="20494" name="文字方塊 24"/>
          <p:cNvSpPr txBox="1">
            <a:spLocks noChangeArrowheads="1"/>
          </p:cNvSpPr>
          <p:nvPr/>
        </p:nvSpPr>
        <p:spPr bwMode="auto">
          <a:xfrm>
            <a:off x="7810500" y="4360863"/>
            <a:ext cx="5492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20495" name="文字方塊 24"/>
          <p:cNvSpPr txBox="1">
            <a:spLocks noChangeArrowheads="1"/>
          </p:cNvSpPr>
          <p:nvPr/>
        </p:nvSpPr>
        <p:spPr bwMode="auto">
          <a:xfrm>
            <a:off x="7540625" y="3771900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250KL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7312025" y="2060575"/>
            <a:ext cx="1285875" cy="18986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97" name="文字方塊 79"/>
          <p:cNvSpPr txBox="1">
            <a:spLocks noChangeArrowheads="1"/>
          </p:cNvSpPr>
          <p:nvPr/>
        </p:nvSpPr>
        <p:spPr bwMode="auto">
          <a:xfrm>
            <a:off x="7540625" y="4398963"/>
            <a:ext cx="1352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54" name="矩形 53"/>
          <p:cNvSpPr/>
          <p:nvPr/>
        </p:nvSpPr>
        <p:spPr bwMode="auto">
          <a:xfrm>
            <a:off x="5162550" y="4597400"/>
            <a:ext cx="1412875" cy="17065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99" name="文字方塊 52"/>
          <p:cNvSpPr txBox="1">
            <a:spLocks noChangeArrowheads="1"/>
          </p:cNvSpPr>
          <p:nvPr/>
        </p:nvSpPr>
        <p:spPr bwMode="auto">
          <a:xfrm>
            <a:off x="5459413" y="588803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TK-667</a:t>
            </a:r>
          </a:p>
        </p:txBody>
      </p:sp>
      <p:sp>
        <p:nvSpPr>
          <p:cNvPr id="20500" name="文字方塊 79"/>
          <p:cNvSpPr txBox="1">
            <a:spLocks noChangeArrowheads="1"/>
          </p:cNvSpPr>
          <p:nvPr/>
        </p:nvSpPr>
        <p:spPr bwMode="auto">
          <a:xfrm>
            <a:off x="5365750" y="6524625"/>
            <a:ext cx="1354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82" name="矩形 81"/>
          <p:cNvSpPr/>
          <p:nvPr/>
        </p:nvSpPr>
        <p:spPr>
          <a:xfrm>
            <a:off x="5278438" y="2222500"/>
            <a:ext cx="698500" cy="166528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02" name="文字方塊 82"/>
          <p:cNvSpPr txBox="1">
            <a:spLocks noChangeArrowheads="1"/>
          </p:cNvSpPr>
          <p:nvPr/>
        </p:nvSpPr>
        <p:spPr bwMode="auto">
          <a:xfrm>
            <a:off x="5103813" y="4165600"/>
            <a:ext cx="1362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60" name="矩形 59"/>
          <p:cNvSpPr/>
          <p:nvPr/>
        </p:nvSpPr>
        <p:spPr>
          <a:xfrm>
            <a:off x="2978150" y="2590800"/>
            <a:ext cx="1130300" cy="481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sp>
        <p:nvSpPr>
          <p:cNvPr id="20504" name="文字方塊 1"/>
          <p:cNvSpPr txBox="1">
            <a:spLocks noChangeArrowheads="1"/>
          </p:cNvSpPr>
          <p:nvPr/>
        </p:nvSpPr>
        <p:spPr bwMode="auto">
          <a:xfrm>
            <a:off x="1816100" y="2543175"/>
            <a:ext cx="7874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TK-662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TK-664</a:t>
            </a:r>
          </a:p>
        </p:txBody>
      </p:sp>
      <p:pic>
        <p:nvPicPr>
          <p:cNvPr id="2050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638300"/>
            <a:ext cx="801688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06" name="文字方塊 24"/>
          <p:cNvSpPr txBox="1">
            <a:spLocks noChangeArrowheads="1"/>
          </p:cNvSpPr>
          <p:nvPr/>
        </p:nvSpPr>
        <p:spPr bwMode="auto">
          <a:xfrm>
            <a:off x="1833563" y="2017713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70KL</a:t>
            </a:r>
          </a:p>
        </p:txBody>
      </p:sp>
      <p:sp>
        <p:nvSpPr>
          <p:cNvPr id="20507" name="文字方塊 1"/>
          <p:cNvSpPr txBox="1">
            <a:spLocks noChangeArrowheads="1"/>
          </p:cNvSpPr>
          <p:nvPr/>
        </p:nvSpPr>
        <p:spPr bwMode="auto">
          <a:xfrm>
            <a:off x="1916113" y="4992688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508" name="文字方塊 1"/>
          <p:cNvSpPr txBox="1">
            <a:spLocks noChangeArrowheads="1"/>
          </p:cNvSpPr>
          <p:nvPr/>
        </p:nvSpPr>
        <p:spPr bwMode="auto">
          <a:xfrm>
            <a:off x="5032375" y="3932238"/>
            <a:ext cx="11287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Check Tank</a:t>
            </a:r>
          </a:p>
        </p:txBody>
      </p:sp>
      <p:sp>
        <p:nvSpPr>
          <p:cNvPr id="20509" name="文字方塊 1"/>
          <p:cNvSpPr txBox="1">
            <a:spLocks noChangeArrowheads="1"/>
          </p:cNvSpPr>
          <p:nvPr/>
        </p:nvSpPr>
        <p:spPr bwMode="auto">
          <a:xfrm>
            <a:off x="3194050" y="4351338"/>
            <a:ext cx="787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TK-655</a:t>
            </a:r>
          </a:p>
        </p:txBody>
      </p:sp>
      <p:sp>
        <p:nvSpPr>
          <p:cNvPr id="20510" name="文字方塊 1"/>
          <p:cNvSpPr txBox="1">
            <a:spLocks noChangeArrowheads="1"/>
          </p:cNvSpPr>
          <p:nvPr/>
        </p:nvSpPr>
        <p:spPr bwMode="auto">
          <a:xfrm>
            <a:off x="7683500" y="4025900"/>
            <a:ext cx="544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05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3336925"/>
            <a:ext cx="801687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2" name="文字方塊 1"/>
          <p:cNvSpPr txBox="1">
            <a:spLocks noChangeArrowheads="1"/>
          </p:cNvSpPr>
          <p:nvPr/>
        </p:nvSpPr>
        <p:spPr bwMode="auto">
          <a:xfrm>
            <a:off x="1803400" y="4254500"/>
            <a:ext cx="7874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TK-684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TK-687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TK-688</a:t>
            </a:r>
          </a:p>
        </p:txBody>
      </p:sp>
      <p:sp>
        <p:nvSpPr>
          <p:cNvPr id="20513" name="文字方塊 24"/>
          <p:cNvSpPr txBox="1">
            <a:spLocks noChangeArrowheads="1"/>
          </p:cNvSpPr>
          <p:nvPr/>
        </p:nvSpPr>
        <p:spPr bwMode="auto">
          <a:xfrm>
            <a:off x="1808163" y="3732213"/>
            <a:ext cx="700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20514" name="文字方塊 1"/>
          <p:cNvSpPr txBox="1">
            <a:spLocks noChangeArrowheads="1"/>
          </p:cNvSpPr>
          <p:nvPr/>
        </p:nvSpPr>
        <p:spPr bwMode="auto">
          <a:xfrm>
            <a:off x="5549900" y="6308725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2" name="向右箭號 71"/>
          <p:cNvSpPr/>
          <p:nvPr/>
        </p:nvSpPr>
        <p:spPr>
          <a:xfrm rot="5400000">
            <a:off x="3421856" y="3171032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16" name="文字方塊 24"/>
          <p:cNvSpPr txBox="1">
            <a:spLocks noChangeArrowheads="1"/>
          </p:cNvSpPr>
          <p:nvPr/>
        </p:nvSpPr>
        <p:spPr bwMode="auto">
          <a:xfrm>
            <a:off x="5443538" y="3713163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20517" name="文字方塊 24"/>
          <p:cNvSpPr txBox="1">
            <a:spLocks noChangeArrowheads="1"/>
          </p:cNvSpPr>
          <p:nvPr/>
        </p:nvSpPr>
        <p:spPr bwMode="auto">
          <a:xfrm>
            <a:off x="5416550" y="2727325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20518" name="文字方塊 24"/>
          <p:cNvSpPr txBox="1">
            <a:spLocks noChangeArrowheads="1"/>
          </p:cNvSpPr>
          <p:nvPr/>
        </p:nvSpPr>
        <p:spPr bwMode="auto">
          <a:xfrm>
            <a:off x="4357688" y="5654675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85" name="矩形 84"/>
          <p:cNvSpPr/>
          <p:nvPr/>
        </p:nvSpPr>
        <p:spPr>
          <a:xfrm>
            <a:off x="1776413" y="1419225"/>
            <a:ext cx="911225" cy="35734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20" name="文字方塊 1"/>
          <p:cNvSpPr txBox="1">
            <a:spLocks noChangeArrowheads="1"/>
          </p:cNvSpPr>
          <p:nvPr/>
        </p:nvSpPr>
        <p:spPr bwMode="auto">
          <a:xfrm>
            <a:off x="833438" y="179388"/>
            <a:ext cx="6769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C P N E 4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21" name="文字方塊 82"/>
          <p:cNvSpPr txBox="1">
            <a:spLocks noChangeArrowheads="1"/>
          </p:cNvSpPr>
          <p:nvPr/>
        </p:nvSpPr>
        <p:spPr bwMode="auto">
          <a:xfrm>
            <a:off x="1720850" y="5314950"/>
            <a:ext cx="1144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510KL</a:t>
            </a:r>
          </a:p>
        </p:txBody>
      </p:sp>
      <p:sp>
        <p:nvSpPr>
          <p:cNvPr id="4" name="上彎箭號 3"/>
          <p:cNvSpPr/>
          <p:nvPr/>
        </p:nvSpPr>
        <p:spPr>
          <a:xfrm rot="5400000">
            <a:off x="3595688" y="4003675"/>
            <a:ext cx="2290762" cy="357188"/>
          </a:xfrm>
          <a:prstGeom prst="bent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矩形 55"/>
          <p:cNvSpPr/>
          <p:nvPr/>
        </p:nvSpPr>
        <p:spPr bwMode="auto">
          <a:xfrm>
            <a:off x="1800225" y="1541463"/>
            <a:ext cx="868363" cy="171608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/>
          <p:cNvSpPr/>
          <p:nvPr/>
        </p:nvSpPr>
        <p:spPr bwMode="auto">
          <a:xfrm>
            <a:off x="3017838" y="2627313"/>
            <a:ext cx="1047750" cy="40481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0525" name="群組 4"/>
          <p:cNvGrpSpPr>
            <a:grpSpLocks/>
          </p:cNvGrpSpPr>
          <p:nvPr/>
        </p:nvGrpSpPr>
        <p:grpSpPr bwMode="auto">
          <a:xfrm>
            <a:off x="3227388" y="3471863"/>
            <a:ext cx="606425" cy="830262"/>
            <a:chOff x="3722786" y="4311737"/>
            <a:chExt cx="605631" cy="830262"/>
          </a:xfrm>
        </p:grpSpPr>
        <p:pic>
          <p:nvPicPr>
            <p:cNvPr id="205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2955" y="4311737"/>
              <a:ext cx="525462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527" name="文字方塊 24"/>
            <p:cNvSpPr txBox="1">
              <a:spLocks noChangeArrowheads="1"/>
            </p:cNvSpPr>
            <p:nvPr/>
          </p:nvSpPr>
          <p:spPr bwMode="auto">
            <a:xfrm>
              <a:off x="3722786" y="4699686"/>
              <a:ext cx="47641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1131888" y="2451100"/>
            <a:ext cx="271462" cy="1428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向右箭號 26"/>
          <p:cNvSpPr/>
          <p:nvPr/>
        </p:nvSpPr>
        <p:spPr>
          <a:xfrm>
            <a:off x="5783915" y="2599015"/>
            <a:ext cx="528638" cy="1397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2532" name="群組 1"/>
          <p:cNvGrpSpPr>
            <a:grpSpLocks/>
          </p:cNvGrpSpPr>
          <p:nvPr/>
        </p:nvGrpSpPr>
        <p:grpSpPr bwMode="auto">
          <a:xfrm>
            <a:off x="2424439" y="2098129"/>
            <a:ext cx="960437" cy="1065213"/>
            <a:chOff x="3414142" y="1983367"/>
            <a:chExt cx="961050" cy="1064633"/>
          </a:xfrm>
        </p:grpSpPr>
        <p:pic>
          <p:nvPicPr>
            <p:cNvPr id="2258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4142" y="1983367"/>
              <a:ext cx="961050" cy="1064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90" name="文字方塊 24"/>
            <p:cNvSpPr txBox="1">
              <a:spLocks noChangeArrowheads="1"/>
            </p:cNvSpPr>
            <p:nvPr/>
          </p:nvSpPr>
          <p:spPr bwMode="auto">
            <a:xfrm>
              <a:off x="3486150" y="2466415"/>
              <a:ext cx="70083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500KL</a:t>
              </a:r>
            </a:p>
          </p:txBody>
        </p:sp>
      </p:grpSp>
      <p:sp>
        <p:nvSpPr>
          <p:cNvPr id="54" name="矩形 53"/>
          <p:cNvSpPr/>
          <p:nvPr/>
        </p:nvSpPr>
        <p:spPr bwMode="auto">
          <a:xfrm>
            <a:off x="2305376" y="1721892"/>
            <a:ext cx="1181100" cy="21050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34" name="文字方塊 52"/>
          <p:cNvSpPr txBox="1">
            <a:spLocks noChangeArrowheads="1"/>
          </p:cNvSpPr>
          <p:nvPr/>
        </p:nvSpPr>
        <p:spPr bwMode="auto">
          <a:xfrm>
            <a:off x="2551439" y="3287167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TK-634</a:t>
            </a:r>
          </a:p>
        </p:txBody>
      </p:sp>
      <p:sp>
        <p:nvSpPr>
          <p:cNvPr id="22535" name="文字方塊 82"/>
          <p:cNvSpPr txBox="1">
            <a:spLocks noChangeArrowheads="1"/>
          </p:cNvSpPr>
          <p:nvPr/>
        </p:nvSpPr>
        <p:spPr bwMode="auto">
          <a:xfrm>
            <a:off x="2338714" y="4304754"/>
            <a:ext cx="1069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500KL</a:t>
            </a:r>
          </a:p>
        </p:txBody>
      </p:sp>
      <p:sp>
        <p:nvSpPr>
          <p:cNvPr id="60" name="矩形 59"/>
          <p:cNvSpPr/>
          <p:nvPr/>
        </p:nvSpPr>
        <p:spPr>
          <a:xfrm>
            <a:off x="3865889" y="1626642"/>
            <a:ext cx="485775" cy="7651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pic>
        <p:nvPicPr>
          <p:cNvPr id="2253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2174875"/>
            <a:ext cx="801688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8" name="文字方塊 24"/>
          <p:cNvSpPr txBox="1">
            <a:spLocks noChangeArrowheads="1"/>
          </p:cNvSpPr>
          <p:nvPr/>
        </p:nvSpPr>
        <p:spPr bwMode="auto">
          <a:xfrm>
            <a:off x="82550" y="2568575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40KL</a:t>
            </a:r>
          </a:p>
        </p:txBody>
      </p:sp>
      <p:sp>
        <p:nvSpPr>
          <p:cNvPr id="22539" name="文字方塊 1"/>
          <p:cNvSpPr txBox="1">
            <a:spLocks noChangeArrowheads="1"/>
          </p:cNvSpPr>
          <p:nvPr/>
        </p:nvSpPr>
        <p:spPr bwMode="auto">
          <a:xfrm>
            <a:off x="141288" y="3130550"/>
            <a:ext cx="787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TK-643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TK-645</a:t>
            </a:r>
          </a:p>
        </p:txBody>
      </p:sp>
      <p:sp>
        <p:nvSpPr>
          <p:cNvPr id="22540" name="文字方塊 1"/>
          <p:cNvSpPr txBox="1">
            <a:spLocks noChangeArrowheads="1"/>
          </p:cNvSpPr>
          <p:nvPr/>
        </p:nvSpPr>
        <p:spPr bwMode="auto">
          <a:xfrm>
            <a:off x="217488" y="3689350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541" name="文字方塊 1"/>
          <p:cNvSpPr txBox="1">
            <a:spLocks noChangeArrowheads="1"/>
          </p:cNvSpPr>
          <p:nvPr/>
        </p:nvSpPr>
        <p:spPr bwMode="auto">
          <a:xfrm>
            <a:off x="2172026" y="3996779"/>
            <a:ext cx="15319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半成品</a:t>
            </a: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2CPN-P1</a:t>
            </a:r>
          </a:p>
        </p:txBody>
      </p:sp>
      <p:sp>
        <p:nvSpPr>
          <p:cNvPr id="22542" name="文字方塊 1"/>
          <p:cNvSpPr txBox="1">
            <a:spLocks noChangeArrowheads="1"/>
          </p:cNvSpPr>
          <p:nvPr/>
        </p:nvSpPr>
        <p:spPr bwMode="auto">
          <a:xfrm>
            <a:off x="6432571" y="4923956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CPNE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5" name="矩形 84"/>
          <p:cNvSpPr/>
          <p:nvPr/>
        </p:nvSpPr>
        <p:spPr>
          <a:xfrm>
            <a:off x="-11113" y="2001838"/>
            <a:ext cx="1057276" cy="16875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44" name="文字方塊 1"/>
          <p:cNvSpPr txBox="1">
            <a:spLocks noChangeArrowheads="1"/>
          </p:cNvSpPr>
          <p:nvPr/>
        </p:nvSpPr>
        <p:spPr bwMode="auto">
          <a:xfrm>
            <a:off x="323528" y="495540"/>
            <a:ext cx="72215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CPNE3R &amp; CPNE3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CPNE3 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T&amp; 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2CPN-P1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45" name="文字方塊 82"/>
          <p:cNvSpPr txBox="1">
            <a:spLocks noChangeArrowheads="1"/>
          </p:cNvSpPr>
          <p:nvPr/>
        </p:nvSpPr>
        <p:spPr bwMode="auto">
          <a:xfrm>
            <a:off x="14288" y="3933825"/>
            <a:ext cx="1144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80KL</a:t>
            </a:r>
          </a:p>
        </p:txBody>
      </p:sp>
      <p:sp>
        <p:nvSpPr>
          <p:cNvPr id="22546" name="文字方塊 24"/>
          <p:cNvSpPr txBox="1">
            <a:spLocks noChangeArrowheads="1"/>
          </p:cNvSpPr>
          <p:nvPr/>
        </p:nvSpPr>
        <p:spPr bwMode="auto">
          <a:xfrm>
            <a:off x="1279525" y="3648075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69" name="矩形 68"/>
          <p:cNvSpPr/>
          <p:nvPr/>
        </p:nvSpPr>
        <p:spPr>
          <a:xfrm>
            <a:off x="1425575" y="1838325"/>
            <a:ext cx="563561" cy="9429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前處理</a:t>
            </a:r>
          </a:p>
        </p:txBody>
      </p:sp>
      <p:sp>
        <p:nvSpPr>
          <p:cNvPr id="74" name="向右箭號 73"/>
          <p:cNvSpPr/>
          <p:nvPr/>
        </p:nvSpPr>
        <p:spPr>
          <a:xfrm>
            <a:off x="2046614" y="2487067"/>
            <a:ext cx="317500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2549" name="群組 4"/>
          <p:cNvGrpSpPr>
            <a:grpSpLocks/>
          </p:cNvGrpSpPr>
          <p:nvPr/>
        </p:nvGrpSpPr>
        <p:grpSpPr bwMode="auto">
          <a:xfrm>
            <a:off x="6469953" y="1659215"/>
            <a:ext cx="798943" cy="1120775"/>
            <a:chOff x="7245690" y="1900097"/>
            <a:chExt cx="1029871" cy="1064615"/>
          </a:xfrm>
        </p:grpSpPr>
        <p:pic>
          <p:nvPicPr>
            <p:cNvPr id="2258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4195" y="1900097"/>
              <a:ext cx="961366" cy="106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88" name="文字方塊 24"/>
            <p:cNvSpPr txBox="1">
              <a:spLocks noChangeArrowheads="1"/>
            </p:cNvSpPr>
            <p:nvPr/>
          </p:nvSpPr>
          <p:spPr bwMode="auto">
            <a:xfrm>
              <a:off x="7245690" y="2380265"/>
              <a:ext cx="769091" cy="292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65</a:t>
              </a:r>
              <a:r>
                <a:rPr kumimoji="0" lang="en-US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KL</a:t>
              </a:r>
              <a:endParaRPr kumimoji="0" lang="en-US" altLang="zh-TW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2550" name="文字方塊 24"/>
          <p:cNvSpPr txBox="1">
            <a:spLocks noChangeArrowheads="1"/>
          </p:cNvSpPr>
          <p:nvPr/>
        </p:nvSpPr>
        <p:spPr bwMode="auto">
          <a:xfrm>
            <a:off x="6680026" y="5201518"/>
            <a:ext cx="700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22551" name="文字方塊 24"/>
          <p:cNvSpPr txBox="1">
            <a:spLocks noChangeArrowheads="1"/>
          </p:cNvSpPr>
          <p:nvPr/>
        </p:nvSpPr>
        <p:spPr bwMode="auto">
          <a:xfrm>
            <a:off x="10001250" y="4044950"/>
            <a:ext cx="54451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100KL</a:t>
            </a:r>
          </a:p>
        </p:txBody>
      </p:sp>
      <p:grpSp>
        <p:nvGrpSpPr>
          <p:cNvPr id="22552" name="群組 69"/>
          <p:cNvGrpSpPr>
            <a:grpSpLocks/>
          </p:cNvGrpSpPr>
          <p:nvPr/>
        </p:nvGrpSpPr>
        <p:grpSpPr bwMode="auto">
          <a:xfrm>
            <a:off x="9977438" y="3986213"/>
            <a:ext cx="544512" cy="2057400"/>
            <a:chOff x="10685369" y="1362737"/>
            <a:chExt cx="830896" cy="2282946"/>
          </a:xfrm>
        </p:grpSpPr>
        <p:sp>
          <p:nvSpPr>
            <p:cNvPr id="22585" name="文字方塊 24"/>
            <p:cNvSpPr txBox="1">
              <a:spLocks noChangeArrowheads="1"/>
            </p:cNvSpPr>
            <p:nvPr/>
          </p:nvSpPr>
          <p:spPr bwMode="auto">
            <a:xfrm>
              <a:off x="10761322" y="3378695"/>
              <a:ext cx="733521" cy="26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65KL</a:t>
              </a:r>
            </a:p>
          </p:txBody>
        </p:sp>
        <p:sp>
          <p:nvSpPr>
            <p:cNvPr id="22586" name="文字方塊 24"/>
            <p:cNvSpPr txBox="1">
              <a:spLocks noChangeArrowheads="1"/>
            </p:cNvSpPr>
            <p:nvPr/>
          </p:nvSpPr>
          <p:spPr bwMode="auto">
            <a:xfrm>
              <a:off x="10685369" y="1362737"/>
              <a:ext cx="830896" cy="266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100KL</a:t>
              </a:r>
            </a:p>
          </p:txBody>
        </p:sp>
      </p:grpSp>
      <p:sp>
        <p:nvSpPr>
          <p:cNvPr id="80" name="矩形 79"/>
          <p:cNvSpPr/>
          <p:nvPr/>
        </p:nvSpPr>
        <p:spPr bwMode="auto">
          <a:xfrm>
            <a:off x="6360178" y="1412775"/>
            <a:ext cx="1087437" cy="33664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54" name="文字方塊 52"/>
          <p:cNvSpPr txBox="1">
            <a:spLocks noChangeArrowheads="1"/>
          </p:cNvSpPr>
          <p:nvPr/>
        </p:nvSpPr>
        <p:spPr bwMode="auto">
          <a:xfrm>
            <a:off x="6476173" y="2839684"/>
            <a:ext cx="7873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TK-661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555" name="文字方塊 82"/>
          <p:cNvSpPr txBox="1">
            <a:spLocks noChangeArrowheads="1"/>
          </p:cNvSpPr>
          <p:nvPr/>
        </p:nvSpPr>
        <p:spPr bwMode="auto">
          <a:xfrm>
            <a:off x="6458317" y="5231931"/>
            <a:ext cx="1362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 dirty="0" smtClean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130KL</a:t>
            </a:r>
            <a:endParaRPr lang="en-US" altLang="zh-TW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4851727" y="1721892"/>
            <a:ext cx="815216" cy="19637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59" name="文字方塊 52"/>
          <p:cNvSpPr txBox="1">
            <a:spLocks noChangeArrowheads="1"/>
          </p:cNvSpPr>
          <p:nvPr/>
        </p:nvSpPr>
        <p:spPr bwMode="auto">
          <a:xfrm>
            <a:off x="4788226" y="3071267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TK-660</a:t>
            </a:r>
          </a:p>
        </p:txBody>
      </p:sp>
      <p:sp>
        <p:nvSpPr>
          <p:cNvPr id="22560" name="文字方塊 1"/>
          <p:cNvSpPr txBox="1">
            <a:spLocks noChangeArrowheads="1"/>
          </p:cNvSpPr>
          <p:nvPr/>
        </p:nvSpPr>
        <p:spPr bwMode="auto">
          <a:xfrm>
            <a:off x="1298574" y="3478212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561" name="文字方塊 82"/>
          <p:cNvSpPr txBox="1">
            <a:spLocks noChangeArrowheads="1"/>
          </p:cNvSpPr>
          <p:nvPr/>
        </p:nvSpPr>
        <p:spPr bwMode="auto">
          <a:xfrm>
            <a:off x="1365249" y="3765550"/>
            <a:ext cx="6524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IBC</a:t>
            </a:r>
            <a:r>
              <a:rPr lang="zh-TW" altLang="en-US" sz="1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桶</a:t>
            </a:r>
            <a:endParaRPr lang="en-US" altLang="zh-TW" sz="140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7" name="向右箭號 66"/>
          <p:cNvSpPr/>
          <p:nvPr/>
        </p:nvSpPr>
        <p:spPr>
          <a:xfrm rot="5400000">
            <a:off x="3864302" y="3036341"/>
            <a:ext cx="622300" cy="2063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63" name="文字方塊 1"/>
          <p:cNvSpPr txBox="1">
            <a:spLocks noChangeArrowheads="1"/>
          </p:cNvSpPr>
          <p:nvPr/>
        </p:nvSpPr>
        <p:spPr bwMode="auto">
          <a:xfrm>
            <a:off x="3518226" y="4488904"/>
            <a:ext cx="1358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 </a:t>
            </a: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1CPNR</a:t>
            </a:r>
          </a:p>
        </p:txBody>
      </p:sp>
      <p:sp>
        <p:nvSpPr>
          <p:cNvPr id="71" name="矩形 70"/>
          <p:cNvSpPr/>
          <p:nvPr/>
        </p:nvSpPr>
        <p:spPr>
          <a:xfrm>
            <a:off x="5852178" y="1659215"/>
            <a:ext cx="436562" cy="7651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sp>
        <p:nvSpPr>
          <p:cNvPr id="76" name="向右箭號 75"/>
          <p:cNvSpPr/>
          <p:nvPr/>
        </p:nvSpPr>
        <p:spPr>
          <a:xfrm>
            <a:off x="3630939" y="2555329"/>
            <a:ext cx="1079500" cy="20002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66" name="文字方塊 1"/>
          <p:cNvSpPr txBox="1">
            <a:spLocks noChangeArrowheads="1"/>
          </p:cNvSpPr>
          <p:nvPr/>
        </p:nvSpPr>
        <p:spPr bwMode="auto">
          <a:xfrm>
            <a:off x="4694564" y="3804421"/>
            <a:ext cx="10366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半成品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CPNE3R</a:t>
            </a:r>
          </a:p>
        </p:txBody>
      </p:sp>
      <p:sp>
        <p:nvSpPr>
          <p:cNvPr id="22567" name="文字方塊 82"/>
          <p:cNvSpPr txBox="1">
            <a:spLocks noChangeArrowheads="1"/>
          </p:cNvSpPr>
          <p:nvPr/>
        </p:nvSpPr>
        <p:spPr bwMode="auto">
          <a:xfrm>
            <a:off x="4799339" y="4304754"/>
            <a:ext cx="1069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dirty="0" smtClean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 dirty="0" smtClean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65</a:t>
            </a:r>
            <a:r>
              <a:rPr lang="en-US" altLang="zh-TW" dirty="0" smtClean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KL</a:t>
            </a:r>
            <a:endParaRPr lang="en-US" altLang="zh-TW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7" name="向右箭號 86"/>
          <p:cNvSpPr/>
          <p:nvPr/>
        </p:nvSpPr>
        <p:spPr>
          <a:xfrm rot="5400000">
            <a:off x="4999691" y="3784877"/>
            <a:ext cx="2082800" cy="2063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69" name="文字方塊 1"/>
          <p:cNvSpPr txBox="1">
            <a:spLocks noChangeArrowheads="1"/>
          </p:cNvSpPr>
          <p:nvPr/>
        </p:nvSpPr>
        <p:spPr bwMode="auto">
          <a:xfrm>
            <a:off x="5450975" y="4941224"/>
            <a:ext cx="9718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CPNE3R1</a:t>
            </a:r>
          </a:p>
        </p:txBody>
      </p:sp>
      <p:sp>
        <p:nvSpPr>
          <p:cNvPr id="22570" name="文字方塊 82"/>
          <p:cNvSpPr txBox="1">
            <a:spLocks noChangeArrowheads="1"/>
          </p:cNvSpPr>
          <p:nvPr/>
        </p:nvSpPr>
        <p:spPr bwMode="auto">
          <a:xfrm>
            <a:off x="5496513" y="5376708"/>
            <a:ext cx="996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ISO TANK</a:t>
            </a:r>
          </a:p>
        </p:txBody>
      </p:sp>
      <p:grpSp>
        <p:nvGrpSpPr>
          <p:cNvPr id="22572" name="群組 92"/>
          <p:cNvGrpSpPr>
            <a:grpSpLocks/>
          </p:cNvGrpSpPr>
          <p:nvPr/>
        </p:nvGrpSpPr>
        <p:grpSpPr bwMode="auto">
          <a:xfrm>
            <a:off x="4875539" y="2018754"/>
            <a:ext cx="555625" cy="830263"/>
            <a:chOff x="7401304" y="5767677"/>
            <a:chExt cx="555625" cy="830263"/>
          </a:xfrm>
        </p:grpSpPr>
        <p:pic>
          <p:nvPicPr>
            <p:cNvPr id="2258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1466" y="5767677"/>
              <a:ext cx="525463" cy="83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82" name="文字方塊 24"/>
            <p:cNvSpPr txBox="1">
              <a:spLocks noChangeArrowheads="1"/>
            </p:cNvSpPr>
            <p:nvPr/>
          </p:nvSpPr>
          <p:spPr bwMode="auto">
            <a:xfrm>
              <a:off x="7401304" y="6210590"/>
              <a:ext cx="481012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65KL</a:t>
              </a:r>
            </a:p>
          </p:txBody>
        </p:sp>
      </p:grpSp>
      <p:sp>
        <p:nvSpPr>
          <p:cNvPr id="61" name="矩形 60"/>
          <p:cNvSpPr/>
          <p:nvPr/>
        </p:nvSpPr>
        <p:spPr>
          <a:xfrm>
            <a:off x="4894589" y="5400129"/>
            <a:ext cx="485775" cy="7651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sp>
        <p:nvSpPr>
          <p:cNvPr id="2" name="右彎箭號 1"/>
          <p:cNvSpPr/>
          <p:nvPr/>
        </p:nvSpPr>
        <p:spPr>
          <a:xfrm rot="10800000">
            <a:off x="5647392" y="5713008"/>
            <a:ext cx="525462" cy="387350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右彎箭號 4"/>
          <p:cNvSpPr/>
          <p:nvPr/>
        </p:nvSpPr>
        <p:spPr>
          <a:xfrm rot="16200000">
            <a:off x="3147545" y="4486523"/>
            <a:ext cx="1044575" cy="1944687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4" name="向右箭號 63"/>
          <p:cNvSpPr/>
          <p:nvPr/>
        </p:nvSpPr>
        <p:spPr>
          <a:xfrm rot="5400000">
            <a:off x="1327943" y="3072606"/>
            <a:ext cx="598487" cy="2063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2578" name="群組 3"/>
          <p:cNvGrpSpPr>
            <a:grpSpLocks/>
          </p:cNvGrpSpPr>
          <p:nvPr/>
        </p:nvGrpSpPr>
        <p:grpSpPr bwMode="auto">
          <a:xfrm>
            <a:off x="3815089" y="3523704"/>
            <a:ext cx="803275" cy="900113"/>
            <a:chOff x="1400176" y="4396581"/>
            <a:chExt cx="801688" cy="900113"/>
          </a:xfrm>
        </p:grpSpPr>
        <p:pic>
          <p:nvPicPr>
            <p:cNvPr id="2257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6" y="4396581"/>
              <a:ext cx="801688" cy="90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80" name="文字方塊 24"/>
            <p:cNvSpPr txBox="1">
              <a:spLocks noChangeArrowheads="1"/>
            </p:cNvSpPr>
            <p:nvPr/>
          </p:nvSpPr>
          <p:spPr bwMode="auto">
            <a:xfrm>
              <a:off x="1400176" y="4846637"/>
              <a:ext cx="59663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65KL</a:t>
              </a:r>
            </a:p>
          </p:txBody>
        </p:sp>
      </p:grpSp>
      <p:sp>
        <p:nvSpPr>
          <p:cNvPr id="65" name="向右箭號 64"/>
          <p:cNvSpPr/>
          <p:nvPr/>
        </p:nvSpPr>
        <p:spPr>
          <a:xfrm>
            <a:off x="7501592" y="2786886"/>
            <a:ext cx="528638" cy="1397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569855" y="1847086"/>
            <a:ext cx="436562" cy="7651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grpSp>
        <p:nvGrpSpPr>
          <p:cNvPr id="68" name="群組 4"/>
          <p:cNvGrpSpPr>
            <a:grpSpLocks/>
          </p:cNvGrpSpPr>
          <p:nvPr/>
        </p:nvGrpSpPr>
        <p:grpSpPr bwMode="auto">
          <a:xfrm>
            <a:off x="8140850" y="1901279"/>
            <a:ext cx="798943" cy="1120775"/>
            <a:chOff x="7245690" y="1900097"/>
            <a:chExt cx="1029871" cy="1064615"/>
          </a:xfrm>
        </p:grpSpPr>
        <p:pic>
          <p:nvPicPr>
            <p:cNvPr id="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4195" y="1900097"/>
              <a:ext cx="961366" cy="106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" name="文字方塊 24"/>
            <p:cNvSpPr txBox="1">
              <a:spLocks noChangeArrowheads="1"/>
            </p:cNvSpPr>
            <p:nvPr/>
          </p:nvSpPr>
          <p:spPr bwMode="auto">
            <a:xfrm>
              <a:off x="7245690" y="2380265"/>
              <a:ext cx="70083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</p:grpSp>
      <p:sp>
        <p:nvSpPr>
          <p:cNvPr id="73" name="矩形 72"/>
          <p:cNvSpPr/>
          <p:nvPr/>
        </p:nvSpPr>
        <p:spPr bwMode="auto">
          <a:xfrm>
            <a:off x="8049533" y="1311939"/>
            <a:ext cx="1087437" cy="33664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文字方塊 52"/>
          <p:cNvSpPr txBox="1">
            <a:spLocks noChangeArrowheads="1"/>
          </p:cNvSpPr>
          <p:nvPr/>
        </p:nvSpPr>
        <p:spPr bwMode="auto">
          <a:xfrm>
            <a:off x="8147672" y="302522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TK-683</a:t>
            </a:r>
          </a:p>
        </p:txBody>
      </p:sp>
      <p:grpSp>
        <p:nvGrpSpPr>
          <p:cNvPr id="77" name="群組 4"/>
          <p:cNvGrpSpPr>
            <a:grpSpLocks/>
          </p:cNvGrpSpPr>
          <p:nvPr/>
        </p:nvGrpSpPr>
        <p:grpSpPr bwMode="auto">
          <a:xfrm>
            <a:off x="6478438" y="3184601"/>
            <a:ext cx="798943" cy="1120775"/>
            <a:chOff x="7245690" y="1900097"/>
            <a:chExt cx="1029871" cy="1064615"/>
          </a:xfrm>
        </p:grpSpPr>
        <p:pic>
          <p:nvPicPr>
            <p:cNvPr id="7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4195" y="1900097"/>
              <a:ext cx="961366" cy="106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9" name="文字方塊 24"/>
            <p:cNvSpPr txBox="1">
              <a:spLocks noChangeArrowheads="1"/>
            </p:cNvSpPr>
            <p:nvPr/>
          </p:nvSpPr>
          <p:spPr bwMode="auto">
            <a:xfrm>
              <a:off x="7245690" y="2380265"/>
              <a:ext cx="769091" cy="292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65</a:t>
              </a:r>
              <a:r>
                <a:rPr kumimoji="0" lang="en-US" altLang="zh-TW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KL</a:t>
              </a:r>
              <a:endParaRPr kumimoji="0" lang="en-US" altLang="zh-TW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文字方塊 52"/>
          <p:cNvSpPr txBox="1">
            <a:spLocks noChangeArrowheads="1"/>
          </p:cNvSpPr>
          <p:nvPr/>
        </p:nvSpPr>
        <p:spPr bwMode="auto">
          <a:xfrm>
            <a:off x="6485260" y="4308550"/>
            <a:ext cx="7873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TK-662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2" name="文字方塊 1"/>
          <p:cNvSpPr txBox="1">
            <a:spLocks noChangeArrowheads="1"/>
          </p:cNvSpPr>
          <p:nvPr/>
        </p:nvSpPr>
        <p:spPr bwMode="auto">
          <a:xfrm>
            <a:off x="7873393" y="4893543"/>
            <a:ext cx="12715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CPNE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3T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>
            <a:spLocks noChangeArrowheads="1"/>
          </p:cNvSpPr>
          <p:nvPr/>
        </p:nvSpPr>
        <p:spPr bwMode="auto">
          <a:xfrm>
            <a:off x="7953865" y="5201518"/>
            <a:ext cx="1362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 dirty="0" smtClean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  <a:endParaRPr lang="en-US" altLang="zh-TW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2147888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文字方塊 41"/>
          <p:cNvSpPr txBox="1">
            <a:spLocks noChangeArrowheads="1"/>
          </p:cNvSpPr>
          <p:nvPr/>
        </p:nvSpPr>
        <p:spPr bwMode="auto">
          <a:xfrm>
            <a:off x="4210050" y="3289300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TK-612</a:t>
            </a:r>
          </a:p>
        </p:txBody>
      </p:sp>
      <p:sp>
        <p:nvSpPr>
          <p:cNvPr id="62" name="向右箭號 61"/>
          <p:cNvSpPr/>
          <p:nvPr/>
        </p:nvSpPr>
        <p:spPr bwMode="auto">
          <a:xfrm>
            <a:off x="5099050" y="2508250"/>
            <a:ext cx="950913" cy="4984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5140325" y="318135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grpSp>
        <p:nvGrpSpPr>
          <p:cNvPr id="24582" name="群組 5"/>
          <p:cNvGrpSpPr>
            <a:grpSpLocks/>
          </p:cNvGrpSpPr>
          <p:nvPr/>
        </p:nvGrpSpPr>
        <p:grpSpPr bwMode="auto">
          <a:xfrm>
            <a:off x="6423025" y="2270125"/>
            <a:ext cx="962025" cy="1065213"/>
            <a:chOff x="10702586" y="2842284"/>
            <a:chExt cx="801687" cy="900290"/>
          </a:xfrm>
        </p:grpSpPr>
        <p:pic>
          <p:nvPicPr>
            <p:cNvPr id="2461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586" y="2842284"/>
              <a:ext cx="801687" cy="900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611" name="文字方塊 24"/>
            <p:cNvSpPr txBox="1">
              <a:spLocks noChangeArrowheads="1"/>
            </p:cNvSpPr>
            <p:nvPr/>
          </p:nvSpPr>
          <p:spPr bwMode="auto">
            <a:xfrm>
              <a:off x="10765565" y="3263182"/>
              <a:ext cx="584435" cy="260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</p:grpSp>
      <p:sp>
        <p:nvSpPr>
          <p:cNvPr id="24583" name="文字方塊 52"/>
          <p:cNvSpPr txBox="1">
            <a:spLocks noChangeArrowheads="1"/>
          </p:cNvSpPr>
          <p:nvPr/>
        </p:nvSpPr>
        <p:spPr bwMode="auto">
          <a:xfrm>
            <a:off x="6465888" y="3498850"/>
            <a:ext cx="7874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TK-622</a:t>
            </a:r>
          </a:p>
        </p:txBody>
      </p:sp>
      <p:sp>
        <p:nvSpPr>
          <p:cNvPr id="24584" name="文字方塊 24"/>
          <p:cNvSpPr txBox="1">
            <a:spLocks noChangeArrowheads="1"/>
          </p:cNvSpPr>
          <p:nvPr/>
        </p:nvSpPr>
        <p:spPr bwMode="auto">
          <a:xfrm>
            <a:off x="6765925" y="4205288"/>
            <a:ext cx="5492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grpSp>
        <p:nvGrpSpPr>
          <p:cNvPr id="24585" name="群組 69"/>
          <p:cNvGrpSpPr>
            <a:grpSpLocks/>
          </p:cNvGrpSpPr>
          <p:nvPr/>
        </p:nvGrpSpPr>
        <p:grpSpPr bwMode="auto">
          <a:xfrm>
            <a:off x="4830763" y="4146550"/>
            <a:ext cx="563562" cy="2057400"/>
            <a:chOff x="10685369" y="1362737"/>
            <a:chExt cx="858162" cy="2282946"/>
          </a:xfrm>
        </p:grpSpPr>
        <p:sp>
          <p:nvSpPr>
            <p:cNvPr id="24607" name="文字方塊 24"/>
            <p:cNvSpPr txBox="1">
              <a:spLocks noChangeArrowheads="1"/>
            </p:cNvSpPr>
            <p:nvPr/>
          </p:nvSpPr>
          <p:spPr bwMode="auto">
            <a:xfrm>
              <a:off x="10712634" y="2441687"/>
              <a:ext cx="830897" cy="266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100KL</a:t>
              </a:r>
            </a:p>
          </p:txBody>
        </p:sp>
        <p:sp>
          <p:nvSpPr>
            <p:cNvPr id="24608" name="文字方塊 24"/>
            <p:cNvSpPr txBox="1">
              <a:spLocks noChangeArrowheads="1"/>
            </p:cNvSpPr>
            <p:nvPr/>
          </p:nvSpPr>
          <p:spPr bwMode="auto">
            <a:xfrm>
              <a:off x="10761322" y="3378695"/>
              <a:ext cx="733521" cy="26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65KL</a:t>
              </a:r>
            </a:p>
          </p:txBody>
        </p:sp>
        <p:sp>
          <p:nvSpPr>
            <p:cNvPr id="24609" name="文字方塊 24"/>
            <p:cNvSpPr txBox="1">
              <a:spLocks noChangeArrowheads="1"/>
            </p:cNvSpPr>
            <p:nvPr/>
          </p:nvSpPr>
          <p:spPr bwMode="auto">
            <a:xfrm>
              <a:off x="10685369" y="1362737"/>
              <a:ext cx="830896" cy="266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100KL</a:t>
              </a:r>
            </a:p>
          </p:txBody>
        </p:sp>
      </p:grpSp>
      <p:sp>
        <p:nvSpPr>
          <p:cNvPr id="7" name="矩形 6"/>
          <p:cNvSpPr/>
          <p:nvPr/>
        </p:nvSpPr>
        <p:spPr bwMode="auto">
          <a:xfrm>
            <a:off x="6267450" y="1484313"/>
            <a:ext cx="1295400" cy="31829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587" name="文字方塊 79"/>
          <p:cNvSpPr txBox="1">
            <a:spLocks noChangeArrowheads="1"/>
          </p:cNvSpPr>
          <p:nvPr/>
        </p:nvSpPr>
        <p:spPr bwMode="auto">
          <a:xfrm>
            <a:off x="6411913" y="4964113"/>
            <a:ext cx="1352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250KL</a:t>
            </a:r>
          </a:p>
        </p:txBody>
      </p:sp>
      <p:sp>
        <p:nvSpPr>
          <p:cNvPr id="82" name="矩形 81"/>
          <p:cNvSpPr/>
          <p:nvPr/>
        </p:nvSpPr>
        <p:spPr>
          <a:xfrm>
            <a:off x="4233863" y="1484313"/>
            <a:ext cx="698500" cy="31305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589" name="文字方塊 82"/>
          <p:cNvSpPr txBox="1">
            <a:spLocks noChangeArrowheads="1"/>
          </p:cNvSpPr>
          <p:nvPr/>
        </p:nvSpPr>
        <p:spPr bwMode="auto">
          <a:xfrm>
            <a:off x="4062413" y="4956175"/>
            <a:ext cx="1362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24590" name="文字方塊 1"/>
          <p:cNvSpPr txBox="1">
            <a:spLocks noChangeArrowheads="1"/>
          </p:cNvSpPr>
          <p:nvPr/>
        </p:nvSpPr>
        <p:spPr bwMode="auto">
          <a:xfrm>
            <a:off x="3995738" y="4721225"/>
            <a:ext cx="112871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Check Tank</a:t>
            </a:r>
          </a:p>
        </p:txBody>
      </p:sp>
      <p:sp>
        <p:nvSpPr>
          <p:cNvPr id="24591" name="文字方塊 1"/>
          <p:cNvSpPr txBox="1">
            <a:spLocks noChangeArrowheads="1"/>
          </p:cNvSpPr>
          <p:nvPr/>
        </p:nvSpPr>
        <p:spPr bwMode="auto">
          <a:xfrm>
            <a:off x="6613525" y="4718050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592" name="文字方塊 24"/>
          <p:cNvSpPr txBox="1">
            <a:spLocks noChangeArrowheads="1"/>
          </p:cNvSpPr>
          <p:nvPr/>
        </p:nvSpPr>
        <p:spPr bwMode="auto">
          <a:xfrm>
            <a:off x="4398963" y="3557588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24593" name="文字方塊 24"/>
          <p:cNvSpPr txBox="1">
            <a:spLocks noChangeArrowheads="1"/>
          </p:cNvSpPr>
          <p:nvPr/>
        </p:nvSpPr>
        <p:spPr bwMode="auto">
          <a:xfrm>
            <a:off x="4371975" y="2571750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25KL</a:t>
            </a:r>
          </a:p>
        </p:txBody>
      </p:sp>
      <p:sp>
        <p:nvSpPr>
          <p:cNvPr id="24594" name="文字方塊 24"/>
          <p:cNvSpPr txBox="1">
            <a:spLocks noChangeArrowheads="1"/>
          </p:cNvSpPr>
          <p:nvPr/>
        </p:nvSpPr>
        <p:spPr bwMode="auto">
          <a:xfrm>
            <a:off x="4481513" y="53403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24595" name="文字方塊 1"/>
          <p:cNvSpPr txBox="1">
            <a:spLocks noChangeArrowheads="1"/>
          </p:cNvSpPr>
          <p:nvPr/>
        </p:nvSpPr>
        <p:spPr bwMode="auto">
          <a:xfrm>
            <a:off x="1274763" y="179388"/>
            <a:ext cx="4953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A C T 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596" name="文字方塊 62"/>
          <p:cNvSpPr txBox="1">
            <a:spLocks noChangeArrowheads="1"/>
          </p:cNvSpPr>
          <p:nvPr/>
        </p:nvSpPr>
        <p:spPr bwMode="auto">
          <a:xfrm>
            <a:off x="5156200" y="2635250"/>
            <a:ext cx="7334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000">
                <a:solidFill>
                  <a:schemeClr val="bg1"/>
                </a:solidFill>
              </a:rPr>
              <a:t>N2</a:t>
            </a:r>
            <a:r>
              <a:rPr lang="zh-TW" altLang="en-US" sz="1000">
                <a:solidFill>
                  <a:schemeClr val="bg1"/>
                </a:solidFill>
              </a:rPr>
              <a:t> </a:t>
            </a:r>
            <a:r>
              <a:rPr lang="en-US" altLang="zh-TW" sz="1000">
                <a:solidFill>
                  <a:schemeClr val="bg1"/>
                </a:solidFill>
              </a:rPr>
              <a:t>purge</a:t>
            </a:r>
            <a:r>
              <a:rPr lang="zh-TW" altLang="en-US" sz="10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6" name="向右箭號 25"/>
          <p:cNvSpPr/>
          <p:nvPr/>
        </p:nvSpPr>
        <p:spPr>
          <a:xfrm>
            <a:off x="1852613" y="2635250"/>
            <a:ext cx="271462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95513" y="2574925"/>
            <a:ext cx="1130300" cy="481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sp>
        <p:nvSpPr>
          <p:cNvPr id="24599" name="文字方塊 1"/>
          <p:cNvSpPr txBox="1">
            <a:spLocks noChangeArrowheads="1"/>
          </p:cNvSpPr>
          <p:nvPr/>
        </p:nvSpPr>
        <p:spPr bwMode="auto">
          <a:xfrm>
            <a:off x="814388" y="333692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TK-657</a:t>
            </a:r>
          </a:p>
        </p:txBody>
      </p:sp>
      <p:pic>
        <p:nvPicPr>
          <p:cNvPr id="2460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2432050"/>
            <a:ext cx="801687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601" name="文字方塊 24"/>
          <p:cNvSpPr txBox="1">
            <a:spLocks noChangeArrowheads="1"/>
          </p:cNvSpPr>
          <p:nvPr/>
        </p:nvSpPr>
        <p:spPr bwMode="auto">
          <a:xfrm>
            <a:off x="831850" y="2811463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70KL</a:t>
            </a:r>
          </a:p>
        </p:txBody>
      </p:sp>
      <p:sp>
        <p:nvSpPr>
          <p:cNvPr id="24602" name="文字方塊 1"/>
          <p:cNvSpPr txBox="1">
            <a:spLocks noChangeArrowheads="1"/>
          </p:cNvSpPr>
          <p:nvPr/>
        </p:nvSpPr>
        <p:spPr bwMode="auto">
          <a:xfrm>
            <a:off x="1003300" y="4718050"/>
            <a:ext cx="542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603" name="文字方塊 1"/>
          <p:cNvSpPr txBox="1">
            <a:spLocks noChangeArrowheads="1"/>
          </p:cNvSpPr>
          <p:nvPr/>
        </p:nvSpPr>
        <p:spPr bwMode="auto">
          <a:xfrm>
            <a:off x="2441575" y="3409950"/>
            <a:ext cx="723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1T</a:t>
            </a: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桶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6" name="向右箭號 35"/>
          <p:cNvSpPr/>
          <p:nvPr/>
        </p:nvSpPr>
        <p:spPr>
          <a:xfrm rot="5400000">
            <a:off x="2639218" y="3155157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33413" y="1989138"/>
            <a:ext cx="1130300" cy="19415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向右箭號 43"/>
          <p:cNvSpPr/>
          <p:nvPr/>
        </p:nvSpPr>
        <p:spPr>
          <a:xfrm>
            <a:off x="3497263" y="2652713"/>
            <a:ext cx="498475" cy="1651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字方塊 41"/>
          <p:cNvSpPr txBox="1">
            <a:spLocks noChangeArrowheads="1"/>
          </p:cNvSpPr>
          <p:nvPr/>
        </p:nvSpPr>
        <p:spPr bwMode="auto">
          <a:xfrm>
            <a:off x="1023938" y="3484563"/>
            <a:ext cx="16398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TKC01~TKC09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2638425" y="318135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grpSp>
        <p:nvGrpSpPr>
          <p:cNvPr id="26628" name="群組 69"/>
          <p:cNvGrpSpPr>
            <a:grpSpLocks/>
          </p:cNvGrpSpPr>
          <p:nvPr/>
        </p:nvGrpSpPr>
        <p:grpSpPr bwMode="auto">
          <a:xfrm>
            <a:off x="4240213" y="4146550"/>
            <a:ext cx="568325" cy="2063750"/>
            <a:chOff x="10685369" y="1362737"/>
            <a:chExt cx="865869" cy="2289030"/>
          </a:xfrm>
        </p:grpSpPr>
        <p:sp>
          <p:nvSpPr>
            <p:cNvPr id="26665" name="文字方塊 24"/>
            <p:cNvSpPr txBox="1">
              <a:spLocks noChangeArrowheads="1"/>
            </p:cNvSpPr>
            <p:nvPr/>
          </p:nvSpPr>
          <p:spPr bwMode="auto">
            <a:xfrm>
              <a:off x="10712634" y="2441687"/>
              <a:ext cx="838604" cy="27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  <p:sp>
          <p:nvSpPr>
            <p:cNvPr id="26666" name="文字方塊 24"/>
            <p:cNvSpPr txBox="1">
              <a:spLocks noChangeArrowheads="1"/>
            </p:cNvSpPr>
            <p:nvPr/>
          </p:nvSpPr>
          <p:spPr bwMode="auto">
            <a:xfrm>
              <a:off x="10761323" y="3378695"/>
              <a:ext cx="726202" cy="27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65KL</a:t>
              </a:r>
            </a:p>
          </p:txBody>
        </p:sp>
        <p:sp>
          <p:nvSpPr>
            <p:cNvPr id="26667" name="文字方塊 24"/>
            <p:cNvSpPr txBox="1">
              <a:spLocks noChangeArrowheads="1"/>
            </p:cNvSpPr>
            <p:nvPr/>
          </p:nvSpPr>
          <p:spPr bwMode="auto">
            <a:xfrm>
              <a:off x="10685369" y="1362737"/>
              <a:ext cx="838604" cy="27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</p:grpSp>
      <p:sp>
        <p:nvSpPr>
          <p:cNvPr id="82" name="矩形 81"/>
          <p:cNvSpPr/>
          <p:nvPr/>
        </p:nvSpPr>
        <p:spPr>
          <a:xfrm>
            <a:off x="957263" y="1484313"/>
            <a:ext cx="1473200" cy="31305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630" name="文字方塊 82"/>
          <p:cNvSpPr txBox="1">
            <a:spLocks noChangeArrowheads="1"/>
          </p:cNvSpPr>
          <p:nvPr/>
        </p:nvSpPr>
        <p:spPr bwMode="auto">
          <a:xfrm>
            <a:off x="1254125" y="5054600"/>
            <a:ext cx="1362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450KL</a:t>
            </a:r>
          </a:p>
        </p:txBody>
      </p:sp>
      <p:sp>
        <p:nvSpPr>
          <p:cNvPr id="26631" name="文字方塊 52"/>
          <p:cNvSpPr txBox="1">
            <a:spLocks noChangeArrowheads="1"/>
          </p:cNvSpPr>
          <p:nvPr/>
        </p:nvSpPr>
        <p:spPr bwMode="auto">
          <a:xfrm>
            <a:off x="5516563" y="3576638"/>
            <a:ext cx="7874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TK-699</a:t>
            </a:r>
          </a:p>
        </p:txBody>
      </p:sp>
      <p:sp>
        <p:nvSpPr>
          <p:cNvPr id="26632" name="文字方塊 24"/>
          <p:cNvSpPr txBox="1">
            <a:spLocks noChangeArrowheads="1"/>
          </p:cNvSpPr>
          <p:nvPr/>
        </p:nvSpPr>
        <p:spPr bwMode="auto">
          <a:xfrm>
            <a:off x="5899150" y="4205288"/>
            <a:ext cx="5492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5122863" y="2212975"/>
            <a:ext cx="2762250" cy="18843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634" name="文字方塊 79"/>
          <p:cNvSpPr txBox="1">
            <a:spLocks noChangeArrowheads="1"/>
          </p:cNvSpPr>
          <p:nvPr/>
        </p:nvSpPr>
        <p:spPr bwMode="auto">
          <a:xfrm>
            <a:off x="6084888" y="5054600"/>
            <a:ext cx="1354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800KL</a:t>
            </a:r>
          </a:p>
        </p:txBody>
      </p:sp>
      <p:sp>
        <p:nvSpPr>
          <p:cNvPr id="26635" name="文字方塊 1"/>
          <p:cNvSpPr txBox="1">
            <a:spLocks noChangeArrowheads="1"/>
          </p:cNvSpPr>
          <p:nvPr/>
        </p:nvSpPr>
        <p:spPr bwMode="auto">
          <a:xfrm>
            <a:off x="6303963" y="4745038"/>
            <a:ext cx="544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636" name="文字方塊 24"/>
          <p:cNvSpPr txBox="1">
            <a:spLocks noChangeArrowheads="1"/>
          </p:cNvSpPr>
          <p:nvPr/>
        </p:nvSpPr>
        <p:spPr bwMode="auto">
          <a:xfrm>
            <a:off x="1979613" y="53403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26637" name="文字方塊 1"/>
          <p:cNvSpPr txBox="1">
            <a:spLocks noChangeArrowheads="1"/>
          </p:cNvSpPr>
          <p:nvPr/>
        </p:nvSpPr>
        <p:spPr bwMode="auto">
          <a:xfrm>
            <a:off x="684213" y="179388"/>
            <a:ext cx="4953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E B R 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6638" name="群組 25"/>
          <p:cNvGrpSpPr>
            <a:grpSpLocks/>
          </p:cNvGrpSpPr>
          <p:nvPr/>
        </p:nvGrpSpPr>
        <p:grpSpPr bwMode="auto">
          <a:xfrm>
            <a:off x="1308100" y="2212975"/>
            <a:ext cx="771525" cy="981075"/>
            <a:chOff x="1489075" y="3243263"/>
            <a:chExt cx="527050" cy="830262"/>
          </a:xfrm>
        </p:grpSpPr>
        <p:pic>
          <p:nvPicPr>
            <p:cNvPr id="2666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075" y="3243263"/>
              <a:ext cx="527050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664" name="文字方塊 24"/>
            <p:cNvSpPr txBox="1">
              <a:spLocks noChangeArrowheads="1"/>
            </p:cNvSpPr>
            <p:nvPr/>
          </p:nvSpPr>
          <p:spPr bwMode="auto">
            <a:xfrm>
              <a:off x="1505503" y="3602038"/>
              <a:ext cx="412187" cy="260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</p:grpSp>
      <p:grpSp>
        <p:nvGrpSpPr>
          <p:cNvPr id="26639" name="群組 1"/>
          <p:cNvGrpSpPr>
            <a:grpSpLocks/>
          </p:cNvGrpSpPr>
          <p:nvPr/>
        </p:nvGrpSpPr>
        <p:grpSpPr bwMode="auto">
          <a:xfrm>
            <a:off x="2546350" y="2636838"/>
            <a:ext cx="2546350" cy="3687762"/>
            <a:chOff x="6184058" y="1972659"/>
            <a:chExt cx="2546350" cy="3687763"/>
          </a:xfrm>
        </p:grpSpPr>
        <p:sp>
          <p:nvSpPr>
            <p:cNvPr id="30" name="向右箭號 29"/>
            <p:cNvSpPr/>
            <p:nvPr/>
          </p:nvSpPr>
          <p:spPr>
            <a:xfrm>
              <a:off x="6184058" y="2147284"/>
              <a:ext cx="271463" cy="17145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7681071" y="2131409"/>
              <a:ext cx="1049337" cy="15240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66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3020" y="2939447"/>
              <a:ext cx="527050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" name="矩形 32"/>
            <p:cNvSpPr/>
            <p:nvPr/>
          </p:nvSpPr>
          <p:spPr>
            <a:xfrm>
              <a:off x="6474571" y="1972659"/>
              <a:ext cx="1130300" cy="4810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製程</a:t>
              </a:r>
            </a:p>
          </p:txBody>
        </p:sp>
        <p:sp>
          <p:nvSpPr>
            <p:cNvPr id="26652" name="文字方塊 1"/>
            <p:cNvSpPr txBox="1">
              <a:spLocks noChangeArrowheads="1"/>
            </p:cNvSpPr>
            <p:nvPr/>
          </p:nvSpPr>
          <p:spPr bwMode="auto">
            <a:xfrm>
              <a:off x="6657132" y="3865209"/>
              <a:ext cx="7239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格外品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向右箭號 34"/>
            <p:cNvSpPr/>
            <p:nvPr/>
          </p:nvSpPr>
          <p:spPr>
            <a:xfrm rot="5400000">
              <a:off x="6918277" y="2552890"/>
              <a:ext cx="271462" cy="17145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654" name="文字方塊 24"/>
            <p:cNvSpPr txBox="1">
              <a:spLocks noChangeArrowheads="1"/>
            </p:cNvSpPr>
            <p:nvPr/>
          </p:nvSpPr>
          <p:spPr bwMode="auto">
            <a:xfrm>
              <a:off x="7854108" y="5036534"/>
              <a:ext cx="484187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  <p:sp>
          <p:nvSpPr>
            <p:cNvPr id="26655" name="文字方塊 41"/>
            <p:cNvSpPr txBox="1">
              <a:spLocks noChangeArrowheads="1"/>
            </p:cNvSpPr>
            <p:nvPr/>
          </p:nvSpPr>
          <p:spPr bwMode="auto">
            <a:xfrm>
              <a:off x="6649195" y="4150709"/>
              <a:ext cx="8699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TK-646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TK-647</a:t>
              </a:r>
            </a:p>
          </p:txBody>
        </p:sp>
        <p:sp>
          <p:nvSpPr>
            <p:cNvPr id="26656" name="文字方塊 82"/>
            <p:cNvSpPr txBox="1">
              <a:spLocks noChangeArrowheads="1"/>
            </p:cNvSpPr>
            <p:nvPr/>
          </p:nvSpPr>
          <p:spPr bwMode="auto">
            <a:xfrm>
              <a:off x="6815738" y="5014310"/>
              <a:ext cx="1362075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TW" altLang="en-US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下腳料</a:t>
              </a:r>
              <a:endPara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共</a:t>
              </a:r>
              <a:r>
                <a:rPr lang="en-US" altLang="zh-TW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200KL</a:t>
              </a:r>
            </a:p>
          </p:txBody>
        </p:sp>
        <p:sp>
          <p:nvSpPr>
            <p:cNvPr id="26657" name="文字方塊 24"/>
            <p:cNvSpPr txBox="1">
              <a:spLocks noChangeArrowheads="1"/>
            </p:cNvSpPr>
            <p:nvPr/>
          </p:nvSpPr>
          <p:spPr bwMode="auto">
            <a:xfrm>
              <a:off x="6730158" y="3298222"/>
              <a:ext cx="484187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6680946" y="2850546"/>
              <a:ext cx="1481137" cy="203993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665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9977" y="2939447"/>
              <a:ext cx="525462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660" name="文字方塊 24"/>
            <p:cNvSpPr txBox="1">
              <a:spLocks noChangeArrowheads="1"/>
            </p:cNvSpPr>
            <p:nvPr/>
          </p:nvSpPr>
          <p:spPr bwMode="auto">
            <a:xfrm>
              <a:off x="7393302" y="3383947"/>
              <a:ext cx="55015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  <p:sp>
          <p:nvSpPr>
            <p:cNvPr id="26661" name="文字方塊 41"/>
            <p:cNvSpPr txBox="1">
              <a:spLocks noChangeArrowheads="1"/>
            </p:cNvSpPr>
            <p:nvPr/>
          </p:nvSpPr>
          <p:spPr bwMode="auto">
            <a:xfrm>
              <a:off x="7341916" y="4144687"/>
              <a:ext cx="78583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TK-648</a:t>
              </a:r>
            </a:p>
          </p:txBody>
        </p:sp>
        <p:sp>
          <p:nvSpPr>
            <p:cNvPr id="26662" name="文字方塊 1"/>
            <p:cNvSpPr txBox="1">
              <a:spLocks noChangeArrowheads="1"/>
            </p:cNvSpPr>
            <p:nvPr/>
          </p:nvSpPr>
          <p:spPr bwMode="auto">
            <a:xfrm>
              <a:off x="7331845" y="3845264"/>
              <a:ext cx="7239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格外品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640" name="群組 50"/>
          <p:cNvGrpSpPr>
            <a:grpSpLocks/>
          </p:cNvGrpSpPr>
          <p:nvPr/>
        </p:nvGrpSpPr>
        <p:grpSpPr bwMode="auto">
          <a:xfrm>
            <a:off x="6704013" y="2519363"/>
            <a:ext cx="733425" cy="782637"/>
            <a:chOff x="94189" y="1710457"/>
            <a:chExt cx="733395" cy="782439"/>
          </a:xfrm>
        </p:grpSpPr>
        <p:pic>
          <p:nvPicPr>
            <p:cNvPr id="266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02" y="1710457"/>
              <a:ext cx="696882" cy="782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" name="文字方塊 24"/>
            <p:cNvSpPr txBox="1">
              <a:spLocks noChangeArrowheads="1"/>
            </p:cNvSpPr>
            <p:nvPr/>
          </p:nvSpPr>
          <p:spPr bwMode="auto">
            <a:xfrm>
              <a:off x="94189" y="2088186"/>
              <a:ext cx="615925" cy="261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kumimoji="0" lang="en-US" altLang="zh-TW" sz="105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</p:grpSp>
      <p:grpSp>
        <p:nvGrpSpPr>
          <p:cNvPr id="26641" name="群組 53"/>
          <p:cNvGrpSpPr>
            <a:grpSpLocks/>
          </p:cNvGrpSpPr>
          <p:nvPr/>
        </p:nvGrpSpPr>
        <p:grpSpPr bwMode="auto">
          <a:xfrm>
            <a:off x="5480050" y="2492375"/>
            <a:ext cx="838200" cy="900113"/>
            <a:chOff x="-10617" y="2847975"/>
            <a:chExt cx="838201" cy="900112"/>
          </a:xfrm>
        </p:grpSpPr>
        <p:pic>
          <p:nvPicPr>
            <p:cNvPr id="2664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96" y="2847975"/>
              <a:ext cx="801688" cy="900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645" name="文字方塊 24"/>
            <p:cNvSpPr txBox="1">
              <a:spLocks noChangeArrowheads="1"/>
            </p:cNvSpPr>
            <p:nvPr/>
          </p:nvSpPr>
          <p:spPr bwMode="auto">
            <a:xfrm>
              <a:off x="-10617" y="3225800"/>
              <a:ext cx="70083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550KL</a:t>
              </a:r>
            </a:p>
          </p:txBody>
        </p:sp>
      </p:grpSp>
      <p:sp>
        <p:nvSpPr>
          <p:cNvPr id="26642" name="文字方塊 52"/>
          <p:cNvSpPr txBox="1">
            <a:spLocks noChangeArrowheads="1"/>
          </p:cNvSpPr>
          <p:nvPr/>
        </p:nvSpPr>
        <p:spPr bwMode="auto">
          <a:xfrm>
            <a:off x="6716713" y="358457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TK-603</a:t>
            </a:r>
          </a:p>
        </p:txBody>
      </p:sp>
      <p:sp>
        <p:nvSpPr>
          <p:cNvPr id="26643" name="文字方塊 1"/>
          <p:cNvSpPr txBox="1">
            <a:spLocks noChangeArrowheads="1"/>
          </p:cNvSpPr>
          <p:nvPr/>
        </p:nvSpPr>
        <p:spPr bwMode="auto">
          <a:xfrm>
            <a:off x="1431925" y="4713288"/>
            <a:ext cx="544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字方塊 41"/>
          <p:cNvSpPr txBox="1">
            <a:spLocks noChangeArrowheads="1"/>
          </p:cNvSpPr>
          <p:nvPr/>
        </p:nvSpPr>
        <p:spPr bwMode="auto">
          <a:xfrm>
            <a:off x="1317625" y="3478213"/>
            <a:ext cx="977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TK654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7" name="文字方塊 24"/>
          <p:cNvSpPr txBox="1">
            <a:spLocks noChangeArrowheads="1"/>
          </p:cNvSpPr>
          <p:nvPr/>
        </p:nvSpPr>
        <p:spPr bwMode="auto">
          <a:xfrm>
            <a:off x="2638425" y="3181350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82" name="矩形 81"/>
          <p:cNvSpPr/>
          <p:nvPr/>
        </p:nvSpPr>
        <p:spPr>
          <a:xfrm>
            <a:off x="957263" y="1484313"/>
            <a:ext cx="1473200" cy="31305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677" name="文字方塊 82"/>
          <p:cNvSpPr txBox="1">
            <a:spLocks noChangeArrowheads="1"/>
          </p:cNvSpPr>
          <p:nvPr/>
        </p:nvSpPr>
        <p:spPr bwMode="auto">
          <a:xfrm>
            <a:off x="1254125" y="5054600"/>
            <a:ext cx="1362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5122863" y="1617663"/>
            <a:ext cx="2762250" cy="31797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679" name="文字方塊 79"/>
          <p:cNvSpPr txBox="1">
            <a:spLocks noChangeArrowheads="1"/>
          </p:cNvSpPr>
          <p:nvPr/>
        </p:nvSpPr>
        <p:spPr bwMode="auto">
          <a:xfrm>
            <a:off x="6011863" y="5611813"/>
            <a:ext cx="1354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375KL</a:t>
            </a:r>
          </a:p>
        </p:txBody>
      </p:sp>
      <p:sp>
        <p:nvSpPr>
          <p:cNvPr id="28680" name="文字方塊 1"/>
          <p:cNvSpPr txBox="1">
            <a:spLocks noChangeArrowheads="1"/>
          </p:cNvSpPr>
          <p:nvPr/>
        </p:nvSpPr>
        <p:spPr bwMode="auto">
          <a:xfrm>
            <a:off x="6157913" y="5084763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681" name="文字方塊 24"/>
          <p:cNvSpPr txBox="1">
            <a:spLocks noChangeArrowheads="1"/>
          </p:cNvSpPr>
          <p:nvPr/>
        </p:nvSpPr>
        <p:spPr bwMode="auto">
          <a:xfrm>
            <a:off x="1979613" y="53403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28682" name="文字方塊 1"/>
          <p:cNvSpPr txBox="1">
            <a:spLocks noChangeArrowheads="1"/>
          </p:cNvSpPr>
          <p:nvPr/>
        </p:nvSpPr>
        <p:spPr bwMode="auto">
          <a:xfrm>
            <a:off x="684213" y="179388"/>
            <a:ext cx="4953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HEA-R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8683" name="群組 25"/>
          <p:cNvGrpSpPr>
            <a:grpSpLocks/>
          </p:cNvGrpSpPr>
          <p:nvPr/>
        </p:nvGrpSpPr>
        <p:grpSpPr bwMode="auto">
          <a:xfrm>
            <a:off x="1308100" y="2212975"/>
            <a:ext cx="771525" cy="981075"/>
            <a:chOff x="1489075" y="3243263"/>
            <a:chExt cx="527050" cy="830262"/>
          </a:xfrm>
        </p:grpSpPr>
        <p:pic>
          <p:nvPicPr>
            <p:cNvPr id="2871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075" y="3243263"/>
              <a:ext cx="527050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719" name="文字方塊 24"/>
            <p:cNvSpPr txBox="1">
              <a:spLocks noChangeArrowheads="1"/>
            </p:cNvSpPr>
            <p:nvPr/>
          </p:nvSpPr>
          <p:spPr bwMode="auto">
            <a:xfrm>
              <a:off x="1505503" y="3602038"/>
              <a:ext cx="412187" cy="260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</p:grpSp>
      <p:grpSp>
        <p:nvGrpSpPr>
          <p:cNvPr id="28684" name="群組 1"/>
          <p:cNvGrpSpPr>
            <a:grpSpLocks/>
          </p:cNvGrpSpPr>
          <p:nvPr/>
        </p:nvGrpSpPr>
        <p:grpSpPr bwMode="auto">
          <a:xfrm>
            <a:off x="2546350" y="2636838"/>
            <a:ext cx="2546350" cy="3683000"/>
            <a:chOff x="6184058" y="1972659"/>
            <a:chExt cx="2546350" cy="3683094"/>
          </a:xfrm>
        </p:grpSpPr>
        <p:sp>
          <p:nvSpPr>
            <p:cNvPr id="30" name="向右箭號 29"/>
            <p:cNvSpPr/>
            <p:nvPr/>
          </p:nvSpPr>
          <p:spPr>
            <a:xfrm>
              <a:off x="6184058" y="2147288"/>
              <a:ext cx="271463" cy="171454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7681071" y="2131413"/>
              <a:ext cx="1049337" cy="152404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474571" y="1972659"/>
              <a:ext cx="1130300" cy="48102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製程</a:t>
              </a:r>
            </a:p>
          </p:txBody>
        </p:sp>
        <p:sp>
          <p:nvSpPr>
            <p:cNvPr id="28710" name="文字方塊 1"/>
            <p:cNvSpPr txBox="1">
              <a:spLocks noChangeArrowheads="1"/>
            </p:cNvSpPr>
            <p:nvPr/>
          </p:nvSpPr>
          <p:spPr bwMode="auto">
            <a:xfrm>
              <a:off x="6657132" y="3865209"/>
              <a:ext cx="7239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格外品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向右箭號 34"/>
            <p:cNvSpPr/>
            <p:nvPr/>
          </p:nvSpPr>
          <p:spPr>
            <a:xfrm rot="5400000">
              <a:off x="6918274" y="2552907"/>
              <a:ext cx="271469" cy="17145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712" name="文字方塊 24"/>
            <p:cNvSpPr txBox="1">
              <a:spLocks noChangeArrowheads="1"/>
            </p:cNvSpPr>
            <p:nvPr/>
          </p:nvSpPr>
          <p:spPr bwMode="auto">
            <a:xfrm>
              <a:off x="7854108" y="5036534"/>
              <a:ext cx="484187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  <p:sp>
          <p:nvSpPr>
            <p:cNvPr id="28713" name="文字方塊 41"/>
            <p:cNvSpPr txBox="1">
              <a:spLocks noChangeArrowheads="1"/>
            </p:cNvSpPr>
            <p:nvPr/>
          </p:nvSpPr>
          <p:spPr bwMode="auto">
            <a:xfrm>
              <a:off x="6649195" y="4150709"/>
              <a:ext cx="8699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TK-651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8714" name="文字方塊 82"/>
            <p:cNvSpPr txBox="1">
              <a:spLocks noChangeArrowheads="1"/>
            </p:cNvSpPr>
            <p:nvPr/>
          </p:nvSpPr>
          <p:spPr bwMode="auto">
            <a:xfrm>
              <a:off x="6657132" y="5009641"/>
              <a:ext cx="1362075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TW" altLang="en-US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下腳料</a:t>
              </a:r>
              <a:endPara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共</a:t>
              </a:r>
              <a:r>
                <a:rPr lang="en-US" altLang="zh-TW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  <p:sp>
          <p:nvSpPr>
            <p:cNvPr id="28715" name="文字方塊 24"/>
            <p:cNvSpPr txBox="1">
              <a:spLocks noChangeArrowheads="1"/>
            </p:cNvSpPr>
            <p:nvPr/>
          </p:nvSpPr>
          <p:spPr bwMode="auto">
            <a:xfrm>
              <a:off x="6730158" y="3298222"/>
              <a:ext cx="484187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6252321" y="2812467"/>
              <a:ext cx="1601787" cy="207809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717" name="文字方塊 24"/>
            <p:cNvSpPr txBox="1">
              <a:spLocks noChangeArrowheads="1"/>
            </p:cNvSpPr>
            <p:nvPr/>
          </p:nvSpPr>
          <p:spPr bwMode="auto">
            <a:xfrm>
              <a:off x="7393302" y="3383947"/>
              <a:ext cx="55015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100KL</a:t>
              </a:r>
            </a:p>
          </p:txBody>
        </p:sp>
      </p:grpSp>
      <p:grpSp>
        <p:nvGrpSpPr>
          <p:cNvPr id="28685" name="群組 50"/>
          <p:cNvGrpSpPr>
            <a:grpSpLocks/>
          </p:cNvGrpSpPr>
          <p:nvPr/>
        </p:nvGrpSpPr>
        <p:grpSpPr bwMode="auto">
          <a:xfrm>
            <a:off x="5376863" y="1781175"/>
            <a:ext cx="995362" cy="1098550"/>
            <a:chOff x="130702" y="1710457"/>
            <a:chExt cx="696882" cy="782439"/>
          </a:xfrm>
        </p:grpSpPr>
        <p:pic>
          <p:nvPicPr>
            <p:cNvPr id="2870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02" y="1710457"/>
              <a:ext cx="696882" cy="782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706" name="文字方塊 24"/>
            <p:cNvSpPr txBox="1">
              <a:spLocks noChangeArrowheads="1"/>
            </p:cNvSpPr>
            <p:nvPr/>
          </p:nvSpPr>
          <p:spPr bwMode="auto">
            <a:xfrm>
              <a:off x="168877" y="2088282"/>
              <a:ext cx="469571" cy="368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6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65KL</a:t>
              </a:r>
            </a:p>
          </p:txBody>
        </p:sp>
      </p:grpSp>
      <p:sp>
        <p:nvSpPr>
          <p:cNvPr id="28686" name="文字方塊 52"/>
          <p:cNvSpPr txBox="1">
            <a:spLocks noChangeArrowheads="1"/>
          </p:cNvSpPr>
          <p:nvPr/>
        </p:nvSpPr>
        <p:spPr bwMode="auto">
          <a:xfrm>
            <a:off x="5476875" y="2900363"/>
            <a:ext cx="7874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TK-673</a:t>
            </a:r>
          </a:p>
        </p:txBody>
      </p:sp>
      <p:sp>
        <p:nvSpPr>
          <p:cNvPr id="28687" name="文字方塊 52"/>
          <p:cNvSpPr txBox="1">
            <a:spLocks noChangeArrowheads="1"/>
          </p:cNvSpPr>
          <p:nvPr/>
        </p:nvSpPr>
        <p:spPr bwMode="auto">
          <a:xfrm>
            <a:off x="6800850" y="375443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TK-641</a:t>
            </a:r>
          </a:p>
        </p:txBody>
      </p:sp>
      <p:sp>
        <p:nvSpPr>
          <p:cNvPr id="28688" name="文字方塊 1"/>
          <p:cNvSpPr txBox="1">
            <a:spLocks noChangeArrowheads="1"/>
          </p:cNvSpPr>
          <p:nvPr/>
        </p:nvSpPr>
        <p:spPr bwMode="auto">
          <a:xfrm>
            <a:off x="1431925" y="4713288"/>
            <a:ext cx="544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28689" name="群組 61"/>
          <p:cNvGrpSpPr>
            <a:grpSpLocks/>
          </p:cNvGrpSpPr>
          <p:nvPr/>
        </p:nvGrpSpPr>
        <p:grpSpPr bwMode="auto">
          <a:xfrm>
            <a:off x="6732588" y="2255838"/>
            <a:ext cx="849312" cy="1258887"/>
            <a:chOff x="2161790" y="3243263"/>
            <a:chExt cx="539704" cy="830262"/>
          </a:xfrm>
        </p:grpSpPr>
        <p:pic>
          <p:nvPicPr>
            <p:cNvPr id="2870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6032" y="3243263"/>
              <a:ext cx="525462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704" name="文字方塊 24"/>
            <p:cNvSpPr txBox="1">
              <a:spLocks noChangeArrowheads="1"/>
            </p:cNvSpPr>
            <p:nvPr/>
          </p:nvSpPr>
          <p:spPr bwMode="auto">
            <a:xfrm>
              <a:off x="2161790" y="3654299"/>
              <a:ext cx="445100" cy="20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125KL</a:t>
              </a:r>
            </a:p>
          </p:txBody>
        </p:sp>
      </p:grpSp>
      <p:sp>
        <p:nvSpPr>
          <p:cNvPr id="28690" name="文字方塊 82"/>
          <p:cNvSpPr txBox="1">
            <a:spLocks noChangeArrowheads="1"/>
          </p:cNvSpPr>
          <p:nvPr/>
        </p:nvSpPr>
        <p:spPr bwMode="auto">
          <a:xfrm>
            <a:off x="3019425" y="5114925"/>
            <a:ext cx="811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IBC</a:t>
            </a:r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桶</a:t>
            </a:r>
            <a:endParaRPr lang="en-US" altLang="zh-TW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28691" name="群組 68"/>
          <p:cNvGrpSpPr>
            <a:grpSpLocks/>
          </p:cNvGrpSpPr>
          <p:nvPr/>
        </p:nvGrpSpPr>
        <p:grpSpPr bwMode="auto">
          <a:xfrm>
            <a:off x="3019425" y="3559175"/>
            <a:ext cx="771525" cy="981075"/>
            <a:chOff x="1489075" y="3243263"/>
            <a:chExt cx="527050" cy="830262"/>
          </a:xfrm>
        </p:grpSpPr>
        <p:pic>
          <p:nvPicPr>
            <p:cNvPr id="2870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075" y="3243263"/>
              <a:ext cx="527050" cy="830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702" name="文字方塊 24"/>
            <p:cNvSpPr txBox="1">
              <a:spLocks noChangeArrowheads="1"/>
            </p:cNvSpPr>
            <p:nvPr/>
          </p:nvSpPr>
          <p:spPr bwMode="auto">
            <a:xfrm>
              <a:off x="1505503" y="3602038"/>
              <a:ext cx="412187" cy="260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50KL</a:t>
              </a:r>
            </a:p>
          </p:txBody>
        </p:sp>
      </p:grpSp>
      <p:grpSp>
        <p:nvGrpSpPr>
          <p:cNvPr id="28692" name="群組 50"/>
          <p:cNvGrpSpPr>
            <a:grpSpLocks/>
          </p:cNvGrpSpPr>
          <p:nvPr/>
        </p:nvGrpSpPr>
        <p:grpSpPr bwMode="auto">
          <a:xfrm>
            <a:off x="5364163" y="3262313"/>
            <a:ext cx="1052512" cy="1063625"/>
            <a:chOff x="130702" y="1710457"/>
            <a:chExt cx="696882" cy="782439"/>
          </a:xfrm>
        </p:grpSpPr>
        <p:pic>
          <p:nvPicPr>
            <p:cNvPr id="2869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02" y="1710457"/>
              <a:ext cx="696882" cy="782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700" name="文字方塊 24"/>
            <p:cNvSpPr txBox="1">
              <a:spLocks noChangeArrowheads="1"/>
            </p:cNvSpPr>
            <p:nvPr/>
          </p:nvSpPr>
          <p:spPr bwMode="auto">
            <a:xfrm>
              <a:off x="168877" y="2088282"/>
              <a:ext cx="616323" cy="213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TW" sz="16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250KL</a:t>
              </a:r>
            </a:p>
          </p:txBody>
        </p:sp>
      </p:grpSp>
      <p:sp>
        <p:nvSpPr>
          <p:cNvPr id="28693" name="文字方塊 52"/>
          <p:cNvSpPr txBox="1">
            <a:spLocks noChangeArrowheads="1"/>
          </p:cNvSpPr>
          <p:nvPr/>
        </p:nvSpPr>
        <p:spPr bwMode="auto">
          <a:xfrm>
            <a:off x="5513388" y="4375150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TK-674</a:t>
            </a:r>
          </a:p>
        </p:txBody>
      </p:sp>
      <p:sp>
        <p:nvSpPr>
          <p:cNvPr id="44" name="矩形 43"/>
          <p:cNvSpPr/>
          <p:nvPr/>
        </p:nvSpPr>
        <p:spPr bwMode="auto">
          <a:xfrm>
            <a:off x="5249863" y="1700213"/>
            <a:ext cx="1225550" cy="30543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 flipH="1">
            <a:off x="6588125" y="1412875"/>
            <a:ext cx="431800" cy="5032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6" name="文字方塊 52"/>
          <p:cNvSpPr txBox="1">
            <a:spLocks noChangeArrowheads="1"/>
          </p:cNvSpPr>
          <p:nvPr/>
        </p:nvSpPr>
        <p:spPr bwMode="auto">
          <a:xfrm>
            <a:off x="7019925" y="1204913"/>
            <a:ext cx="1350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MIXED ETHER</a:t>
            </a:r>
          </a:p>
        </p:txBody>
      </p:sp>
      <p:cxnSp>
        <p:nvCxnSpPr>
          <p:cNvPr id="47" name="直線單箭頭接點 46"/>
          <p:cNvCxnSpPr/>
          <p:nvPr/>
        </p:nvCxnSpPr>
        <p:spPr>
          <a:xfrm flipH="1">
            <a:off x="7577138" y="1868488"/>
            <a:ext cx="431800" cy="5032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8" name="文字方塊 52"/>
          <p:cNvSpPr txBox="1">
            <a:spLocks noChangeArrowheads="1"/>
          </p:cNvSpPr>
          <p:nvPr/>
        </p:nvSpPr>
        <p:spPr bwMode="auto">
          <a:xfrm>
            <a:off x="8008938" y="1660525"/>
            <a:ext cx="893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DPM-B1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1990725" y="2451100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1322388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文字方塊 41"/>
          <p:cNvSpPr txBox="1">
            <a:spLocks noChangeArrowheads="1"/>
          </p:cNvSpPr>
          <p:nvPr/>
        </p:nvSpPr>
        <p:spPr bwMode="auto">
          <a:xfrm>
            <a:off x="4672013" y="2328863"/>
            <a:ext cx="78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TK-601</a:t>
            </a:r>
            <a:b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TK-602</a:t>
            </a:r>
          </a:p>
        </p:txBody>
      </p:sp>
      <p:sp>
        <p:nvSpPr>
          <p:cNvPr id="46" name="文字方塊 24"/>
          <p:cNvSpPr txBox="1">
            <a:spLocks noChangeArrowheads="1"/>
          </p:cNvSpPr>
          <p:nvPr/>
        </p:nvSpPr>
        <p:spPr bwMode="auto">
          <a:xfrm>
            <a:off x="5627688" y="1646238"/>
            <a:ext cx="4921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30KL</a:t>
            </a:r>
          </a:p>
        </p:txBody>
      </p:sp>
      <p:sp>
        <p:nvSpPr>
          <p:cNvPr id="62" name="向右箭號 61"/>
          <p:cNvSpPr/>
          <p:nvPr/>
        </p:nvSpPr>
        <p:spPr bwMode="auto">
          <a:xfrm>
            <a:off x="5567363" y="2349500"/>
            <a:ext cx="950912" cy="49847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27" name="文字方塊 62"/>
          <p:cNvSpPr txBox="1">
            <a:spLocks noChangeArrowheads="1"/>
          </p:cNvSpPr>
          <p:nvPr/>
        </p:nvSpPr>
        <p:spPr bwMode="auto">
          <a:xfrm>
            <a:off x="5586413" y="2471738"/>
            <a:ext cx="733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N2</a:t>
            </a:r>
            <a:r>
              <a:rPr lang="zh-TW" altLang="en-US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purge</a:t>
            </a:r>
            <a:r>
              <a:rPr lang="zh-TW" altLang="en-US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向右箭號 26"/>
          <p:cNvSpPr/>
          <p:nvPr/>
        </p:nvSpPr>
        <p:spPr>
          <a:xfrm>
            <a:off x="3487738" y="2435225"/>
            <a:ext cx="1049337" cy="1524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29" name="文字方塊 24"/>
          <p:cNvSpPr txBox="1">
            <a:spLocks noChangeArrowheads="1"/>
          </p:cNvSpPr>
          <p:nvPr/>
        </p:nvSpPr>
        <p:spPr bwMode="auto">
          <a:xfrm>
            <a:off x="6945313" y="1658938"/>
            <a:ext cx="700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550KL</a:t>
            </a:r>
          </a:p>
        </p:txBody>
      </p:sp>
      <p:pic>
        <p:nvPicPr>
          <p:cNvPr id="307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425" y="3243263"/>
            <a:ext cx="52705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3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1617663"/>
            <a:ext cx="5254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32" name="文字方塊 52"/>
          <p:cNvSpPr txBox="1">
            <a:spLocks noChangeArrowheads="1"/>
          </p:cNvSpPr>
          <p:nvPr/>
        </p:nvSpPr>
        <p:spPr bwMode="auto">
          <a:xfrm>
            <a:off x="7729538" y="192722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TK-605</a:t>
            </a:r>
          </a:p>
        </p:txBody>
      </p:sp>
      <p:sp>
        <p:nvSpPr>
          <p:cNvPr id="30733" name="文字方塊 24"/>
          <p:cNvSpPr txBox="1">
            <a:spLocks noChangeArrowheads="1"/>
          </p:cNvSpPr>
          <p:nvPr/>
        </p:nvSpPr>
        <p:spPr bwMode="auto">
          <a:xfrm>
            <a:off x="7239000" y="4654550"/>
            <a:ext cx="484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70KL</a:t>
            </a:r>
          </a:p>
        </p:txBody>
      </p:sp>
      <p:sp>
        <p:nvSpPr>
          <p:cNvPr id="30734" name="文字方塊 24"/>
          <p:cNvSpPr txBox="1">
            <a:spLocks noChangeArrowheads="1"/>
          </p:cNvSpPr>
          <p:nvPr/>
        </p:nvSpPr>
        <p:spPr bwMode="auto">
          <a:xfrm>
            <a:off x="6921500" y="1993900"/>
            <a:ext cx="5508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6735763" y="1484313"/>
            <a:ext cx="2287587" cy="40322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36" name="文字方塊 79"/>
          <p:cNvSpPr txBox="1">
            <a:spLocks noChangeArrowheads="1"/>
          </p:cNvSpPr>
          <p:nvPr/>
        </p:nvSpPr>
        <p:spPr bwMode="auto">
          <a:xfrm>
            <a:off x="7067550" y="5919788"/>
            <a:ext cx="1354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400KL</a:t>
            </a:r>
          </a:p>
        </p:txBody>
      </p:sp>
      <p:sp>
        <p:nvSpPr>
          <p:cNvPr id="82" name="矩形 81"/>
          <p:cNvSpPr/>
          <p:nvPr/>
        </p:nvSpPr>
        <p:spPr>
          <a:xfrm>
            <a:off x="4702175" y="1214438"/>
            <a:ext cx="698500" cy="401478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38" name="文字方塊 82"/>
          <p:cNvSpPr txBox="1">
            <a:spLocks noChangeArrowheads="1"/>
          </p:cNvSpPr>
          <p:nvPr/>
        </p:nvSpPr>
        <p:spPr bwMode="auto">
          <a:xfrm>
            <a:off x="4652963" y="5935663"/>
            <a:ext cx="1362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85KL</a:t>
            </a:r>
          </a:p>
        </p:txBody>
      </p:sp>
      <p:sp>
        <p:nvSpPr>
          <p:cNvPr id="60" name="矩形 59"/>
          <p:cNvSpPr/>
          <p:nvPr/>
        </p:nvSpPr>
        <p:spPr>
          <a:xfrm>
            <a:off x="2281238" y="2276475"/>
            <a:ext cx="1130300" cy="481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</a:p>
        </p:txBody>
      </p:sp>
      <p:pic>
        <p:nvPicPr>
          <p:cNvPr id="3074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3357563"/>
            <a:ext cx="4127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1" name="文字方塊 41"/>
          <p:cNvSpPr txBox="1">
            <a:spLocks noChangeArrowheads="1"/>
          </p:cNvSpPr>
          <p:nvPr/>
        </p:nvSpPr>
        <p:spPr bwMode="auto">
          <a:xfrm>
            <a:off x="4672013" y="4395788"/>
            <a:ext cx="78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TK-604</a:t>
            </a:r>
          </a:p>
        </p:txBody>
      </p:sp>
      <p:sp>
        <p:nvSpPr>
          <p:cNvPr id="30742" name="文字方塊 24"/>
          <p:cNvSpPr txBox="1">
            <a:spLocks noChangeArrowheads="1"/>
          </p:cNvSpPr>
          <p:nvPr/>
        </p:nvSpPr>
        <p:spPr bwMode="auto">
          <a:xfrm>
            <a:off x="1085850" y="4492625"/>
            <a:ext cx="700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500KL</a:t>
            </a:r>
          </a:p>
        </p:txBody>
      </p:sp>
      <p:pic>
        <p:nvPicPr>
          <p:cNvPr id="3074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1476375"/>
            <a:ext cx="1044575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71" name="文字方塊 24"/>
          <p:cNvSpPr txBox="1">
            <a:spLocks noChangeArrowheads="1"/>
          </p:cNvSpPr>
          <p:nvPr/>
        </p:nvSpPr>
        <p:spPr bwMode="auto">
          <a:xfrm>
            <a:off x="549275" y="1927225"/>
            <a:ext cx="74453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1000KL</a:t>
            </a:r>
          </a:p>
        </p:txBody>
      </p:sp>
      <p:sp>
        <p:nvSpPr>
          <p:cNvPr id="30745" name="文字方塊 1"/>
          <p:cNvSpPr txBox="1">
            <a:spLocks noChangeArrowheads="1"/>
          </p:cNvSpPr>
          <p:nvPr/>
        </p:nvSpPr>
        <p:spPr bwMode="auto">
          <a:xfrm>
            <a:off x="482600" y="2422525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TK-617</a:t>
            </a:r>
          </a:p>
        </p:txBody>
      </p:sp>
      <p:sp>
        <p:nvSpPr>
          <p:cNvPr id="30746" name="文字方塊 1"/>
          <p:cNvSpPr txBox="1">
            <a:spLocks noChangeArrowheads="1"/>
          </p:cNvSpPr>
          <p:nvPr/>
        </p:nvSpPr>
        <p:spPr bwMode="auto">
          <a:xfrm>
            <a:off x="749300" y="5614988"/>
            <a:ext cx="722313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原料</a:t>
            </a:r>
            <a:endParaRPr lang="en-US" altLang="zh-TW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747" name="文字方塊 1"/>
          <p:cNvSpPr txBox="1">
            <a:spLocks noChangeArrowheads="1"/>
          </p:cNvSpPr>
          <p:nvPr/>
        </p:nvSpPr>
        <p:spPr bwMode="auto">
          <a:xfrm>
            <a:off x="4354513" y="5610225"/>
            <a:ext cx="15986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Check Tank</a:t>
            </a:r>
          </a:p>
        </p:txBody>
      </p:sp>
      <p:sp>
        <p:nvSpPr>
          <p:cNvPr id="30748" name="文字方塊 1"/>
          <p:cNvSpPr txBox="1">
            <a:spLocks noChangeArrowheads="1"/>
          </p:cNvSpPr>
          <p:nvPr/>
        </p:nvSpPr>
        <p:spPr bwMode="auto">
          <a:xfrm>
            <a:off x="2268538" y="4168775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749" name="文字方塊 1"/>
          <p:cNvSpPr txBox="1">
            <a:spLocks noChangeArrowheads="1"/>
          </p:cNvSpPr>
          <p:nvPr/>
        </p:nvSpPr>
        <p:spPr bwMode="auto">
          <a:xfrm>
            <a:off x="7265988" y="5607050"/>
            <a:ext cx="722312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成品</a:t>
            </a:r>
            <a:endParaRPr lang="en-US" altLang="zh-TW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2" name="向右箭號 71"/>
          <p:cNvSpPr/>
          <p:nvPr/>
        </p:nvSpPr>
        <p:spPr>
          <a:xfrm rot="5400000">
            <a:off x="2724943" y="2856707"/>
            <a:ext cx="271463" cy="1714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51" name="文字方塊 24"/>
          <p:cNvSpPr txBox="1">
            <a:spLocks noChangeArrowheads="1"/>
          </p:cNvSpPr>
          <p:nvPr/>
        </p:nvSpPr>
        <p:spPr bwMode="auto">
          <a:xfrm>
            <a:off x="4846638" y="3697288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30752" name="文字方塊 24"/>
          <p:cNvSpPr txBox="1">
            <a:spLocks noChangeArrowheads="1"/>
          </p:cNvSpPr>
          <p:nvPr/>
        </p:nvSpPr>
        <p:spPr bwMode="auto">
          <a:xfrm>
            <a:off x="4878388" y="4857750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30753" name="文字方塊 24"/>
          <p:cNvSpPr txBox="1">
            <a:spLocks noChangeArrowheads="1"/>
          </p:cNvSpPr>
          <p:nvPr/>
        </p:nvSpPr>
        <p:spPr bwMode="auto">
          <a:xfrm>
            <a:off x="4862513" y="1670050"/>
            <a:ext cx="4762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30KL</a:t>
            </a:r>
          </a:p>
        </p:txBody>
      </p:sp>
      <p:sp>
        <p:nvSpPr>
          <p:cNvPr id="30754" name="文字方塊 24"/>
          <p:cNvSpPr txBox="1">
            <a:spLocks noChangeArrowheads="1"/>
          </p:cNvSpPr>
          <p:nvPr/>
        </p:nvSpPr>
        <p:spPr bwMode="auto">
          <a:xfrm>
            <a:off x="3449638" y="5688013"/>
            <a:ext cx="484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30755" name="文字方塊 41"/>
          <p:cNvSpPr txBox="1">
            <a:spLocks noChangeArrowheads="1"/>
          </p:cNvSpPr>
          <p:nvPr/>
        </p:nvSpPr>
        <p:spPr bwMode="auto">
          <a:xfrm>
            <a:off x="2260600" y="4454525"/>
            <a:ext cx="869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TK-611</a:t>
            </a:r>
          </a:p>
        </p:txBody>
      </p:sp>
      <p:sp>
        <p:nvSpPr>
          <p:cNvPr id="85" name="矩形 84"/>
          <p:cNvSpPr/>
          <p:nvPr/>
        </p:nvSpPr>
        <p:spPr>
          <a:xfrm>
            <a:off x="250825" y="1325563"/>
            <a:ext cx="1739900" cy="4191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57" name="文字方塊 82"/>
          <p:cNvSpPr txBox="1">
            <a:spLocks noChangeArrowheads="1"/>
          </p:cNvSpPr>
          <p:nvPr/>
        </p:nvSpPr>
        <p:spPr bwMode="auto">
          <a:xfrm>
            <a:off x="2411413" y="5648325"/>
            <a:ext cx="1362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下腳料</a:t>
            </a:r>
            <a:endParaRPr lang="en-US" altLang="zh-TW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300KL</a:t>
            </a:r>
          </a:p>
        </p:txBody>
      </p:sp>
      <p:sp>
        <p:nvSpPr>
          <p:cNvPr id="30758" name="文字方塊 1"/>
          <p:cNvSpPr txBox="1">
            <a:spLocks noChangeArrowheads="1"/>
          </p:cNvSpPr>
          <p:nvPr/>
        </p:nvSpPr>
        <p:spPr bwMode="auto">
          <a:xfrm>
            <a:off x="833438" y="179388"/>
            <a:ext cx="6769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崙尾</a:t>
            </a:r>
            <a:r>
              <a:rPr lang="en-US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I P A HQ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流 程   </a:t>
            </a:r>
            <a:endParaRPr lang="zh-TW" altLang="en-US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759" name="文字方塊 24"/>
          <p:cNvSpPr txBox="1">
            <a:spLocks noChangeArrowheads="1"/>
          </p:cNvSpPr>
          <p:nvPr/>
        </p:nvSpPr>
        <p:spPr bwMode="auto">
          <a:xfrm>
            <a:off x="2341563" y="3602038"/>
            <a:ext cx="5492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200KL</a:t>
            </a:r>
          </a:p>
        </p:txBody>
      </p:sp>
      <p:sp>
        <p:nvSpPr>
          <p:cNvPr id="30760" name="文字方塊 82"/>
          <p:cNvSpPr txBox="1">
            <a:spLocks noChangeArrowheads="1"/>
          </p:cNvSpPr>
          <p:nvPr/>
        </p:nvSpPr>
        <p:spPr bwMode="auto">
          <a:xfrm>
            <a:off x="523875" y="5918200"/>
            <a:ext cx="1238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</a:t>
            </a:r>
            <a:r>
              <a:rPr lang="en-US" altLang="zh-TW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2000KL</a:t>
            </a:r>
          </a:p>
        </p:txBody>
      </p:sp>
      <p:sp>
        <p:nvSpPr>
          <p:cNvPr id="30761" name="文字方塊 24"/>
          <p:cNvSpPr txBox="1">
            <a:spLocks noChangeArrowheads="1"/>
          </p:cNvSpPr>
          <p:nvPr/>
        </p:nvSpPr>
        <p:spPr bwMode="auto">
          <a:xfrm>
            <a:off x="3656013" y="3590925"/>
            <a:ext cx="484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50KL</a:t>
            </a:r>
          </a:p>
        </p:txBody>
      </p:sp>
      <p:sp>
        <p:nvSpPr>
          <p:cNvPr id="70" name="矩形 69"/>
          <p:cNvSpPr/>
          <p:nvPr/>
        </p:nvSpPr>
        <p:spPr>
          <a:xfrm>
            <a:off x="2292350" y="3154363"/>
            <a:ext cx="1481138" cy="20399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6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3243263"/>
            <a:ext cx="5254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64" name="文字方塊 24"/>
          <p:cNvSpPr txBox="1">
            <a:spLocks noChangeArrowheads="1"/>
          </p:cNvSpPr>
          <p:nvPr/>
        </p:nvSpPr>
        <p:spPr bwMode="auto">
          <a:xfrm>
            <a:off x="3006725" y="3602038"/>
            <a:ext cx="5492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sp>
        <p:nvSpPr>
          <p:cNvPr id="30765" name="文字方塊 41"/>
          <p:cNvSpPr txBox="1">
            <a:spLocks noChangeArrowheads="1"/>
          </p:cNvSpPr>
          <p:nvPr/>
        </p:nvSpPr>
        <p:spPr bwMode="auto">
          <a:xfrm>
            <a:off x="2952750" y="4448175"/>
            <a:ext cx="785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TK-613</a:t>
            </a:r>
          </a:p>
        </p:txBody>
      </p:sp>
      <p:sp>
        <p:nvSpPr>
          <p:cNvPr id="30766" name="文字方塊 1"/>
          <p:cNvSpPr txBox="1">
            <a:spLocks noChangeArrowheads="1"/>
          </p:cNvSpPr>
          <p:nvPr/>
        </p:nvSpPr>
        <p:spPr bwMode="auto">
          <a:xfrm>
            <a:off x="2943225" y="4149725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格外品</a:t>
            </a:r>
            <a:endParaRPr lang="en-US" altLang="zh-TW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1924050" y="1484313"/>
            <a:ext cx="338138" cy="244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8" name="文字方塊 7"/>
          <p:cNvSpPr txBox="1">
            <a:spLocks noChangeArrowheads="1"/>
          </p:cNvSpPr>
          <p:nvPr/>
        </p:nvSpPr>
        <p:spPr bwMode="auto">
          <a:xfrm>
            <a:off x="2286000" y="1300163"/>
            <a:ext cx="15605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TK693</a:t>
            </a: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只能一廠使用</a:t>
            </a:r>
          </a:p>
        </p:txBody>
      </p:sp>
      <p:sp>
        <p:nvSpPr>
          <p:cNvPr id="64" name="文字方塊 24"/>
          <p:cNvSpPr txBox="1">
            <a:spLocks noChangeArrowheads="1"/>
          </p:cNvSpPr>
          <p:nvPr/>
        </p:nvSpPr>
        <p:spPr bwMode="auto">
          <a:xfrm>
            <a:off x="352425" y="4483100"/>
            <a:ext cx="617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250KL</a:t>
            </a:r>
          </a:p>
        </p:txBody>
      </p:sp>
      <p:sp>
        <p:nvSpPr>
          <p:cNvPr id="30770" name="文字方塊 24"/>
          <p:cNvSpPr txBox="1">
            <a:spLocks noChangeArrowheads="1"/>
          </p:cNvSpPr>
          <p:nvPr/>
        </p:nvSpPr>
        <p:spPr bwMode="auto">
          <a:xfrm>
            <a:off x="233363" y="3225800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550KL</a:t>
            </a:r>
          </a:p>
        </p:txBody>
      </p:sp>
      <p:pic>
        <p:nvPicPr>
          <p:cNvPr id="3077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817813"/>
            <a:ext cx="1044575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" name="文字方塊 24"/>
          <p:cNvSpPr txBox="1">
            <a:spLocks noChangeArrowheads="1"/>
          </p:cNvSpPr>
          <p:nvPr/>
        </p:nvSpPr>
        <p:spPr bwMode="auto">
          <a:xfrm>
            <a:off x="558800" y="3268663"/>
            <a:ext cx="74453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0" lang="en-US" altLang="zh-TW" sz="10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1000KL</a:t>
            </a:r>
          </a:p>
        </p:txBody>
      </p:sp>
      <p:sp>
        <p:nvSpPr>
          <p:cNvPr id="30773" name="文字方塊 1"/>
          <p:cNvSpPr txBox="1">
            <a:spLocks noChangeArrowheads="1"/>
          </p:cNvSpPr>
          <p:nvPr/>
        </p:nvSpPr>
        <p:spPr bwMode="auto">
          <a:xfrm>
            <a:off x="492125" y="3765550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TK-618</a:t>
            </a:r>
          </a:p>
        </p:txBody>
      </p:sp>
      <p:pic>
        <p:nvPicPr>
          <p:cNvPr id="307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557463"/>
            <a:ext cx="5254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75" name="文字方塊 52"/>
          <p:cNvSpPr txBox="1">
            <a:spLocks noChangeArrowheads="1"/>
          </p:cNvSpPr>
          <p:nvPr/>
        </p:nvSpPr>
        <p:spPr bwMode="auto">
          <a:xfrm>
            <a:off x="7729538" y="289083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TK-606</a:t>
            </a:r>
          </a:p>
        </p:txBody>
      </p:sp>
      <p:sp>
        <p:nvSpPr>
          <p:cNvPr id="30776" name="文字方塊 24"/>
          <p:cNvSpPr txBox="1">
            <a:spLocks noChangeArrowheads="1"/>
          </p:cNvSpPr>
          <p:nvPr/>
        </p:nvSpPr>
        <p:spPr bwMode="auto">
          <a:xfrm>
            <a:off x="6921500" y="2932113"/>
            <a:ext cx="55086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pic>
        <p:nvPicPr>
          <p:cNvPr id="3077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463" y="3406775"/>
            <a:ext cx="525462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78" name="文字方塊 52"/>
          <p:cNvSpPr txBox="1">
            <a:spLocks noChangeArrowheads="1"/>
          </p:cNvSpPr>
          <p:nvPr/>
        </p:nvSpPr>
        <p:spPr bwMode="auto">
          <a:xfrm>
            <a:off x="7743825" y="376078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TK-607</a:t>
            </a:r>
          </a:p>
        </p:txBody>
      </p:sp>
      <p:sp>
        <p:nvSpPr>
          <p:cNvPr id="30779" name="文字方塊 24"/>
          <p:cNvSpPr txBox="1">
            <a:spLocks noChangeArrowheads="1"/>
          </p:cNvSpPr>
          <p:nvPr/>
        </p:nvSpPr>
        <p:spPr bwMode="auto">
          <a:xfrm>
            <a:off x="6934200" y="3781425"/>
            <a:ext cx="5508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  <p:pic>
        <p:nvPicPr>
          <p:cNvPr id="3078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4398963"/>
            <a:ext cx="5254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81" name="文字方塊 52"/>
          <p:cNvSpPr txBox="1">
            <a:spLocks noChangeArrowheads="1"/>
          </p:cNvSpPr>
          <p:nvPr/>
        </p:nvSpPr>
        <p:spPr bwMode="auto">
          <a:xfrm>
            <a:off x="7729538" y="4719638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TK-608</a:t>
            </a:r>
          </a:p>
        </p:txBody>
      </p:sp>
      <p:sp>
        <p:nvSpPr>
          <p:cNvPr id="30782" name="文字方塊 24"/>
          <p:cNvSpPr txBox="1">
            <a:spLocks noChangeArrowheads="1"/>
          </p:cNvSpPr>
          <p:nvPr/>
        </p:nvSpPr>
        <p:spPr bwMode="auto">
          <a:xfrm>
            <a:off x="6946900" y="4775200"/>
            <a:ext cx="5508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100KL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11DF4C88-4E81-40EB-89DD-8B01B160C1CA}" vid="{0E69AB55-A989-43C3-866D-22841AA5E89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10723</TotalTime>
  <Words>454</Words>
  <Application>Microsoft Office PowerPoint</Application>
  <PresentationFormat>如螢幕大小 (4:3)</PresentationFormat>
  <Paragraphs>316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微軟正黑體</vt:lpstr>
      <vt:lpstr>新細明體</vt:lpstr>
      <vt:lpstr>標楷體</vt:lpstr>
      <vt:lpstr>Arial</vt:lpstr>
      <vt:lpstr>Calibri</vt:lpstr>
      <vt:lpstr>Calibri Light</vt:lpstr>
      <vt:lpstr>Times New Roman</vt:lpstr>
      <vt:lpstr>佈景主題1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C631-PC1</dc:creator>
  <cp:lastModifiedBy>鴻勝化學-陳世偉</cp:lastModifiedBy>
  <cp:revision>270</cp:revision>
  <dcterms:created xsi:type="dcterms:W3CDTF">2020-11-03T01:12:39Z</dcterms:created>
  <dcterms:modified xsi:type="dcterms:W3CDTF">2026-05-11T05:19:41Z</dcterms:modified>
</cp:coreProperties>
</file>