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﻿# 鴻勝包材 - 教育訓練作業管理辦法 (4.0版)</a:t>
            </a:r>
          </a:p>
          <a:p>
            <a:pPr>
              <a:defRPr sz="2000">
                <a:solidFill>
                  <a:srgbClr val="0EA5E9"/>
                </a:solidFill>
                <a:latin typeface="Microsoft JhengHei"/>
              </a:defRPr>
            </a:pPr>
            <a:r>
              <a:t>簡報大綱與核心內容整理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22860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1. 課程目的與適用範圍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目的： 提升員工專業知識與技能，確保工作品質、效率，達成環境與安全衛生目標。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適用對象： 本公司所有從業人員之「職前」與「在職」教育訓練。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內外訓定義：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內訓： 公司內部辦理之訓練。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外訓： 參加外部公私立機構辦理之訓練。</a:t>
            </a:r>
          </a:p>
        </p:txBody>
      </p:sp>
      <p:pic>
        <p:nvPicPr>
          <p:cNvPr id="5" name="Picture 4" descr="corporate_training_class_17877126334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  <a:latin typeface="Microsoft JhengHei"/>
              </a:defRPr>
            </a:pPr>
            <a:r>
              <a:t>SECTION 02</a:t>
            </a:r>
          </a:p>
          <a:p>
            <a:pPr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訓練管理流程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1828800" cy="457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2. 訓練計畫與需求調查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年度調查： 總務課每年年底前調查各單位訓練需求，制定下年度《教育訓練計畫表》。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需求來源： 各單位依據「工作敘述表」、年度KPI及績效考核評比職能差距，提報需求。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追蹤與檢討： 總務課依需求規劃與執行，各單位主管每年負責進行執行狀況調查。</a:t>
            </a:r>
          </a:p>
        </p:txBody>
      </p:sp>
      <p:pic>
        <p:nvPicPr>
          <p:cNvPr id="5" name="Picture 4" descr="training_process_flow_1787712644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3. 法規證照管理與資格審定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法規證照： 總務課統計需求。從業人員需定期接受職業安全衛生回訓（如：一般安全衛生3小時，特殊作業增列3小時）。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人員資格分類：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A類： 法令規定須向主管機關報備者及內部診斷人員。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B類： 法令規定不須報備，僅存公司備查者。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C類： 內部程序書或指導書規定者。</a:t>
            </a:r>
          </a:p>
        </p:txBody>
      </p:sp>
      <p:pic>
        <p:nvPicPr>
          <p:cNvPr id="5" name="Picture 4" descr="certification_badge_17877126569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4. 內外訓執行重點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內訓執行：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新進及變更工作前，需接受必要之安衛訓練。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上課當天填寫《課程簽到表》，課後填寫《意見調查表》交回總務課。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外訓執行：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於 ERP 系統填寫《外派訓練申請單》。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結訓後 10個工作日內 需上系統填寫《心得報告》。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法規特定證照需正本繳回管理部並登錄 QRisk 系統。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5. 訓練考核與資格驗證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考核方式： 筆試、技能實作測驗、或學前/學後測驗比較法。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考核影響： 教育訓練考核成績將列入 個人年度績效考核。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特殊資格驗證：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設備校正人員： 需受過相關訓練並經考試合格。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檢驗人員： 經品管主管實施程序書訓練且實作/考試合格。</a:t>
            </a:r>
          </a:p>
        </p:txBody>
      </p:sp>
      <p:pic>
        <p:nvPicPr>
          <p:cNvPr id="5" name="Picture 4" descr="evaluation_chart_17877126691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  <a:latin typeface="Microsoft JhengHei"/>
              </a:defRPr>
            </a:pPr>
            <a:r>
              <a:t>SECTION 07</a:t>
            </a:r>
          </a:p>
          <a:p>
            <a:pPr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附件與常用表單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1828800" cy="457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6. 常用表單總覽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6608" y="1828800"/>
          <a:ext cx="106984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5062"/>
                <a:gridCol w="6113417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表單名稱</a:t>
                      </a:r>
                    </a:p>
                  </a:txBody>
                  <a:tcPr marL="109728" marR="109728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使用時機</a:t>
                      </a:r>
                    </a:p>
                  </a:txBody>
                  <a:tcPr marL="109728" marR="109728" marT="73152" marB="7315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教育訓練需求調查表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年度計畫提報時使用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課程簽到表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內訓上課當天簽名用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教育訓練課後意見調查表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課程結束後學員評估用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外派訓練申請表 / 心得報告表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參加外部課程申請與結訓後 10 日內填寫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講師鐘點費申請單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4155"/>
                          </a:solidFill>
                          <a:latin typeface="Microsoft JhengHei"/>
                        </a:defRPr>
                      </a:pPr>
                      <a:r>
                        <a:t>申請內外部講師授課費用時使用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