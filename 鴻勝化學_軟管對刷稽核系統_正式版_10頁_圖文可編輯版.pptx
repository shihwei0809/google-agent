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624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4114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D4AF37"/>
                </a:solidFill>
                <a:latin typeface="Microsoft JhengHei"/>
              </a:defRPr>
            </a:pPr>
            <a:r>
              <a:t>企業級教育訓練教材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軟管對刷稽核系統</a:t>
            </a:r>
          </a:p>
          <a:p>
            <a:pPr>
              <a:spcAft>
                <a:spcPts val="3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鴻勝化學｜現場作業 × QC 授權放行</a:t>
            </a:r>
          </a:p>
          <a:p>
            <a:pPr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訓練目標：</a:t>
            </a:r>
            <a:br/>
            <a:r>
              <a:t>✓ 降低管線誤接、防範人為疏失</a:t>
            </a:r>
            <a:br/>
            <a:r>
              <a:t>✓ 建立掃碼稽核紀錄與系統存證</a:t>
            </a:r>
            <a:br/>
            <a:r>
              <a:t>✓ 確保放行前完成 QC 嚴格授權放行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01 目的：訓練定位與管控原則</a:t>
            </a:r>
          </a:p>
          <a:p>
            <a:pPr>
              <a:spcAft>
                <a:spcPts val="3000"/>
              </a:spcAft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本教材用於新人上線前訓練與現場複訓，聚焦「儲槽」與「軟管」兩組識別碼的一致性稽核。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核心管控點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人員安全確認：先確認操作人員，排除無照作業</a:t>
            </a:r>
            <a:br/>
            <a:r>
              <a:t>• 櫃車任務索引：建立唯一櫃號任務作為關聯</a:t>
            </a:r>
            <a:br/>
            <a:r>
              <a:t>• 即時對刷掃描：雙端條碼匹配判定</a:t>
            </a:r>
            <a:br/>
            <a:r>
              <a:t>• QC 最終審查：無口頭替代，必須系統放行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管控輸出與存證</a:t>
            </a:r>
          </a:p>
          <a:p>
            <a:pPr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暫存紀錄：現場操作之儲槽與軟管掃碼結果</a:t>
            </a:r>
            <a:br/>
            <a:r>
              <a:t>• 待稽核任務清單：同步派發至 QC 端看板</a:t>
            </a:r>
            <a:br/>
            <a:r>
              <a:t>• 系統授權軌跡：保存 QC 識別證刷卡時間與 ID</a:t>
            </a:r>
            <a:br/>
            <a:r>
              <a:t>• 紅色異常阻斷紀錄：自動存證便於後續追蹤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s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53035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2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02 角色：系統角色與責任分工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👷 現場作業人員 (Operator)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選擇人員帳號 ➔ 輸入櫃號 ➔ 掃描儲槽碼與軟管對刷 ➔ 匹配後提交 QC 審查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🛡️ 現場 QC 稽核員 (QC Auditor)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查詢待稽核任務看板 ➔ 現場覆核管線狀態 ➔ 掃描 QC 識別證完成授權放行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👑 班組主管 (Supervisor)</a:t>
            </a:r>
          </a:p>
          <a:p>
            <a:pPr>
              <a:spcAft>
                <a:spcPts val="2000"/>
              </a:spcAft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每日抽查稽核紀錄 ➔ 異常紅色阻斷處置 ➔ 追蹤新人教育訓練狀態與成效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3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03 SOP：標準作業流程總覽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1. 選擇人員</a:t>
            </a:r>
          </a:p>
          <a:p>
            <a:pPr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未選人員時，對刷掃描功能自動停用鎖定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39" y="201168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2. 輸入櫃號</a:t>
            </a:r>
          </a:p>
          <a:p>
            <a:pPr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建立唯一櫃車任務編號作為後續稽核索引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59" y="201168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3. 對刷掃碼</a:t>
            </a:r>
          </a:p>
          <a:p>
            <a:pPr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依序掃描儲槽識別碼與軟管識別碼條碼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79" y="201168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4. 系統判定</a:t>
            </a:r>
          </a:p>
          <a:p>
            <a:pPr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綠色代表匹配正確准予提交；紅色代表誤接強制阻斷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1168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5. QC 放行</a:t>
            </a:r>
          </a:p>
          <a:p>
            <a:pPr>
              <a:defRPr sz="1100">
                <a:solidFill>
                  <a:srgbClr val="BBBBBB"/>
                </a:solidFill>
                <a:latin typeface="Microsoft JhengHei"/>
              </a:defRPr>
            </a:pPr>
            <a:r>
              <a:t>QC 檢視待稽核任務，確認無誤後刷識別證放行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35400"/>
                </a:solidFill>
                <a:latin typeface="Microsoft JhengHei"/>
              </a:defRPr>
            </a:pPr>
            <a:r>
              <a:t>⚠️ 重要判定與阻斷機制</a:t>
            </a:r>
          </a:p>
          <a:p>
            <a:pPr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• 判定原則：儲槽識別碼與軟管識別碼必須在系統註冊中屬於同一條允收管線，才判定為匹配。</a:t>
            </a:r>
            <a:br/>
            <a:r>
              <a:t>• 嚴防人工口頭替代：若系統出現紅色錯誤阻斷，現場不得口頭妥協，必須停止提交並通報現場複查。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s_scan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548640"/>
            <a:ext cx="5059375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3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04 現場：人員與櫃號建立</a:t>
            </a:r>
          </a:p>
          <a:p>
            <a:pPr>
              <a:spcAft>
                <a:spcPts val="500"/>
              </a:spcAft>
              <a:defRPr sz="1500" b="1">
                <a:solidFill>
                  <a:srgbClr val="27AE60"/>
                </a:solidFill>
                <a:latin typeface="Microsoft JhengHei"/>
              </a:defRPr>
            </a:pPr>
            <a:r>
              <a:t>🛡️ 人員防呆限制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在未完成操作人員選擇前，對刷掃描按鈕將呈現灰色停用狀態，防止無登錄人員作業。</a:t>
            </a:r>
          </a:p>
          <a:p>
            <a:pPr>
              <a:spcAft>
                <a:spcPts val="500"/>
              </a:spcAft>
              <a:defRPr sz="1500" b="1">
                <a:solidFill>
                  <a:srgbClr val="27AE60"/>
                </a:solidFill>
                <a:latin typeface="Microsoft JhengHei"/>
              </a:defRPr>
            </a:pPr>
            <a:r>
              <a:t>🚚 建立櫃車任務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輸入櫃車之櫃號（作為本次卸料任務之唯一索引識別），方可開啟對刷掃描頁面。</a:t>
            </a:r>
          </a:p>
          <a:p>
            <a:pPr>
              <a:spcAft>
                <a:spcPts val="500"/>
              </a:spcAft>
              <a:defRPr sz="1500" b="1">
                <a:solidFill>
                  <a:srgbClr val="27AE60"/>
                </a:solidFill>
                <a:latin typeface="Microsoft JhengHei"/>
              </a:defRPr>
            </a:pPr>
            <a:r>
              <a:t>⏳ 資料暫存機制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對刷判定正確後，系統會建立暫存紀錄，並透過網路即時向現場 QC 看板發送待稽核通知。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2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05 對刷：現場對刷與即時判定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35400"/>
                </a:solidFill>
                <a:latin typeface="Microsoft JhengHei"/>
              </a:defRPr>
            </a:pPr>
            <a:r>
              <a:t>🔴 紅色畫面：管線誤接 (Mismatch)</a:t>
            </a:r>
          </a:p>
          <a:p>
            <a:pPr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• 系統狀態：條碼判定不匹配，警示蜂鳴器響起。</a:t>
            </a:r>
            <a:br/>
            <a:r>
              <a:t>• 強制阻斷：畫面顯示紅色警告阻斷，無法按下提交按鈕。</a:t>
            </a:r>
            <a:br/>
            <a:r>
              <a:t>• 處置規範：立刻暫停對接，返回現場核對儲槽與軟管編號。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🟢 綠色畫面：匹配正確 (Match)</a:t>
            </a:r>
          </a:p>
          <a:p>
            <a:pPr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• 系統狀態：判定儲槽與軟管碼一致，警示綠燈亮起。</a:t>
            </a:r>
            <a:br/>
            <a:r>
              <a:t>• 允許提交：畫面顯示綠色匹配成功，啟用資料提交按鈕。</a:t>
            </a:r>
            <a:br/>
            <a:r>
              <a:t>• 下步操作：點選提交資料，通知 QC 稽核員前來授權。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s_scan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548640"/>
            <a:ext cx="5059375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3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06 異常：錯誤情境與現場處置</a:t>
            </a:r>
          </a:p>
          <a:p>
            <a:pPr>
              <a:spcAft>
                <a:spcPts val="500"/>
              </a:spcAft>
              <a:defRPr sz="1500" b="1">
                <a:solidFill>
                  <a:srgbClr val="D35400"/>
                </a:solidFill>
                <a:latin typeface="Microsoft JhengHei"/>
              </a:defRPr>
            </a:pPr>
            <a:r>
              <a:t>⚠️ 現場強效阻斷機制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系統拋出 Mismatch 阻斷警告時，現場作業人員絕對禁止強行對接閥門，嚴防誤接造成重大化學事故。</a:t>
            </a:r>
          </a:p>
          <a:p>
            <a:pPr>
              <a:spcAft>
                <a:spcPts val="500"/>
              </a:spcAft>
              <a:defRPr sz="1500" b="1">
                <a:solidFill>
                  <a:srgbClr val="D35400"/>
                </a:solidFill>
                <a:latin typeface="Microsoft JhengHei"/>
              </a:defRPr>
            </a:pPr>
            <a:r>
              <a:t>📞 主動通報現場主管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現場作業人員應立即保持現狀，通報現場 QC 稽核員或班組主管至現場進行實體管線查核。</a:t>
            </a:r>
          </a:p>
          <a:p>
            <a:pPr>
              <a:spcAft>
                <a:spcPts val="500"/>
              </a:spcAft>
              <a:defRPr sz="1500" b="1">
                <a:solidFill>
                  <a:srgbClr val="D35400"/>
                </a:solidFill>
                <a:latin typeface="Microsoft JhengHei"/>
              </a:defRPr>
            </a:pPr>
            <a:r>
              <a:t>✏️ 保留異常紀錄軌跡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系統會自動留存紅色誤接記錄，由主管審查是否有條碼汙損或管線規劃錯誤，修正後重新對刷。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3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07 成功：匹配正確與資料提交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對刷成功</a:t>
            </a:r>
          </a:p>
          <a:p>
            <a:pPr>
              <a:defRPr sz="1300">
                <a:solidFill>
                  <a:srgbClr val="BBBBBB"/>
                </a:solidFill>
                <a:latin typeface="Microsoft JhengHei"/>
              </a:defRPr>
            </a:pPr>
            <a:r>
              <a:t>當系統辨識條碼無誤，且驗證儲槽與軟管碼一致時，畫面轉為綠色 MATCH OK 狀態。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20116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提交暫存</a:t>
            </a:r>
          </a:p>
          <a:p>
            <a:pPr>
              <a:defRPr sz="1300">
                <a:solidFill>
                  <a:srgbClr val="BBBBBB"/>
                </a:solidFill>
                <a:latin typeface="Microsoft JhengHei"/>
              </a:defRPr>
            </a:pPr>
            <a:r>
              <a:t>點擊提交，系統將儲槽號、軟管號、作業人員及建立時間加密暫存。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116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7AE60"/>
                </a:solidFill>
                <a:latin typeface="Microsoft JhengHei"/>
              </a:defRPr>
            </a:pPr>
            <a:r>
              <a:t>派發看板</a:t>
            </a:r>
          </a:p>
          <a:p>
            <a:pPr>
              <a:defRPr sz="1300">
                <a:solidFill>
                  <a:srgbClr val="BBBBBB"/>
                </a:solidFill>
                <a:latin typeface="Microsoft JhengHei"/>
              </a:defRPr>
            </a:pPr>
            <a:r>
              <a:t>現場看板即時出現該筆待稽核任務，提醒 QC 前往現場覆核。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s_q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059375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53035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25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08 QC：QC 授權放行端操作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📊 檢視待稽核清單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QC 主控面板登入後，檢視是否有現場作業提交的待放行筆數與詳細欄位。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🔍 二次覆核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QC 核對進出貨單據，確認是否有此槽號，並確認儲槽與管路實體掃描是否正確。</a:t>
            </a:r>
          </a:p>
          <a:p>
            <a:pPr>
              <a:spcAft>
                <a:spcPts val="500"/>
              </a:spcAft>
              <a:defRPr sz="1500" b="1">
                <a:solidFill>
                  <a:srgbClr val="D4AF37"/>
                </a:solidFill>
                <a:latin typeface="Microsoft JhengHei"/>
              </a:defRPr>
            </a:pPr>
            <a:r>
              <a:t>💳 識別證授權放行</a:t>
            </a:r>
          </a:p>
          <a:p>
            <a:pPr>
              <a:spcAft>
                <a:spcPts val="2000"/>
              </a:spcAft>
              <a:defRPr sz="1200">
                <a:solidFill>
                  <a:srgbClr val="BBBBBB"/>
                </a:solidFill>
                <a:latin typeface="Microsoft JhengHei"/>
              </a:defRPr>
            </a:pPr>
            <a:r>
              <a:t>確認無誤後，QC 掃描個人識別證條碼，系統紀錄授權軌跡完成安全放行。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Microsoft JhengHei"/>
              </a:defRPr>
            </a:pPr>
            <a:r>
              <a:t>鴻勝化學｜軟管對刷稽核系統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09 測驗：新人上線檢核表與規範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7AE60"/>
                </a:solidFill>
                <a:latin typeface="Microsoft JhengHei"/>
              </a:defRPr>
            </a:pPr>
            <a:r>
              <a:t>上線前實務檢核項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Microsoft JhengHei"/>
              </a:defRPr>
            </a:pPr>
            <a:r>
              <a:t>✓ 能完整說明儲槽與軟管對刷稽核之安控目的</a:t>
            </a:r>
            <a:br/>
            <a:r>
              <a:t>✓ 能依循 SOP 完成選人員、輸櫃號、掃描操作</a:t>
            </a:r>
            <a:br/>
            <a:r>
              <a:t>✓ 能正確分辨綠色 Match 與紅色 Mismatch 畫面</a:t>
            </a:r>
            <a:br/>
            <a:r>
              <a:t>✓ 知道出現紅色阻斷時絕對禁止提交且主動回報</a:t>
            </a:r>
            <a:br/>
            <a:r>
              <a:t>✓ 能熟練操作 QC 授權放行端的確認與刷卡步驟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7AE60"/>
                </a:solidFill>
                <a:latin typeface="Microsoft JhengHei"/>
              </a:defRPr>
            </a:pPr>
            <a:r>
              <a:t>評核標準與主管抽查重點</a:t>
            </a:r>
          </a:p>
          <a:p>
            <a:pPr>
              <a:defRPr sz="1200">
                <a:solidFill>
                  <a:srgbClr val="FFFFFF"/>
                </a:solidFill>
                <a:latin typeface="Microsoft JhengHei"/>
              </a:defRPr>
            </a:pPr>
            <a:r>
              <a:t>• 考核要求：學科測驗 80 分以上，且在主管觀察下獨立完成現場實際情境演練一次。</a:t>
            </a:r>
            <a:br/>
            <a:r>
              <a:t>• 抽查稽核要點：主管應定期抽查後台，確認現場是否有「未刷卡直接對接」或口頭核准等不合規行為。</a:t>
            </a:r>
            <a:br/>
            <a:r>
              <a:t>• 異常持續追蹤：對於阻斷紀錄進行二次原因查證，並存檔於專案歷史庫。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