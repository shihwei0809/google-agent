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JhengHei"/>
              </a:defRPr>
            </a:pPr>
            <a:r>
              <a:t>彰化縣線西鄉環境溫度監控與通報系統</a:t>
            </a:r>
          </a:p>
          <a:p>
            <a:pPr>
              <a:spcBef>
                <a:spcPts val="1000"/>
              </a:spcBef>
              <a:defRPr sz="2800">
                <a:solidFill>
                  <a:srgbClr val="22D3EE"/>
                </a:solidFill>
                <a:latin typeface="Microsoft JhengHei"/>
              </a:defRPr>
            </a:pPr>
            <a:r>
              <a:t>操作與維護說明書 (v3.0)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1600">
                <a:solidFill>
                  <a:srgbClr val="94A3B8"/>
                </a:solidFill>
                <a:latin typeface="Microsoft JhengHei"/>
              </a:defRPr>
            </a:pPr>
            <a:r>
              <a:t>新增 Firebase HMI 即時雲端監控儀表板，支援任何行動裝置與電腦網頁即時觀測</a:t>
            </a:r>
          </a:p>
          <a:p>
            <a:pPr>
              <a:defRPr sz="1400">
                <a:solidFill>
                  <a:srgbClr val="94A3B8"/>
                </a:solidFill>
                <a:latin typeface="Microsoft JhengHei"/>
              </a:defRPr>
            </a:pPr>
            <a:r>
              <a:t>更新日期：2026-06-11 | 系統版本：v3.0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🏗️ 系統架構（v3.0 雲端同步與儀表板）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雙向監控與備援端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主要端 (本機 Python)：每小時執行，抓取 CWA 最新溫度，將即時資料與心跳寫入 Firebase Firestore。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備援端 (GAS 雲端腳本)：每小時執行，本機異常時接手。在 Firebase 寫入 cloud 來源心跳。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同步端 (python sync script)：手動批量補同步工具，將試算表記錄補推至 Firebase。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Firebase 即時同步與 HMI 網頁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Google 試算表：作為主設定檔以及歷史歸檔儲存端。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Firebase Firestore：雲端即時資料庫，即時推播狀態、歷史通報明細、聯絡人清單。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Firebase HMI 儀表板：靜態網頁託管 (Hosting)，可使用任意瀏覽器開啟，資料每秒即時同步更新。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🖥️ Firebase HMI 即時監控儀表板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09728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  <a:latin typeface="Microsoft JhengHei"/>
              </a:defRPr>
            </a:pPr>
            <a:r>
              <a:t>即時監控儀表板網址（任意裝置可開）：</a:t>
            </a:r>
          </a:p>
          <a:p>
            <a:pPr>
              <a:spcBef>
                <a:spcPts val="500"/>
              </a:spcBef>
              <a:defRPr sz="2400" b="1">
                <a:solidFill>
                  <a:srgbClr val="22D3EE"/>
                </a:solidFill>
                <a:latin typeface="Consolas"/>
              </a:defRPr>
            </a:pPr>
            <a:r>
              <a:t>https://hongsheng-temp-523.web.app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30352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💡 免安裝與即時更新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無須安裝 App，使用手機、電腦、平板之瀏覽器即可監控。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基於 Firestore onSnapshot 技術，資料變更時每秒自動推送至網頁，無須手動重新整理。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響應式網頁設計 (RWD)，完美適配各種螢幕尺寸。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743200"/>
            <a:ext cx="5303520" cy="3474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🔒 權限與設定管理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首頁與通報紀錄：公開對所有人開放觀看，方便值班人員即時查閱。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系統設定與聯絡名冊：需輸入管理密碼驗證（預設為 admin888），防止未授權操作。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手動功能測試：提供強制測試通報與重置防重複鎖定功能，便於系統測試與維護。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📊 儀表板（首頁）與心跳監控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📊 首頁顯示資訊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即時環境溫度：環形溫度計隨狀態（正常/高溫）自動變色，大字級即時顯示。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警報閾值：當前設定的警報啟動溫度（°C）。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監控時段與頻率：標示監測時間區段以及 GAS 的雲端備援監控頻率。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本機監控端心跳：顯示最後一次收到心跳的時間，為判斷系統在線與否的關鍵指標。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💓 本機心跳三段監控狀態</a:t>
            </a:r>
          </a:p>
          <a:p>
            <a:pPr>
              <a:defRPr sz="1600" b="1">
                <a:solidFill>
                  <a:srgbClr val="22C55E"/>
                </a:solidFill>
                <a:latin typeface="Microsoft JhengHei"/>
              </a:defRPr>
            </a:pPr>
            <a:r>
              <a:t>🟢 在線 (正常)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    說明：本機 Python 程式正常運行並定時上報心跳。</a:t>
            </a:r>
          </a:p>
          <a:p>
            <a:pPr>
              <a:defRPr sz="1600" b="1">
                <a:solidFill>
                  <a:srgbClr val="EAB308"/>
                </a:solidFill>
                <a:latin typeface="Microsoft JhengHei"/>
              </a:defRPr>
            </a:pPr>
            <a:r>
              <a:t>🟡 雲端監控（本機異常）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    說明：本機電腦無心跳，雲端 GAS 備援已接手（琥珀色閃爍）。</a:t>
            </a:r>
          </a:p>
          <a:p>
            <a:pPr>
              <a:defRPr sz="1600" b="1">
                <a:solidFill>
                  <a:srgbClr val="EF4444"/>
                </a:solidFill>
                <a:latin typeface="Microsoft JhengHei"/>
              </a:defRPr>
            </a:pPr>
            <a:r>
              <a:t>🔴 離線警報</a:t>
            </a:r>
          </a:p>
          <a:p>
            <a:pPr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    說明：本機與雲端備援皆無上報心跳，請立即前往檢查。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⚙️ 系統設定與 👥 聯絡名冊變更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⚙️ HMI 系統設定調整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管理驗證：需輸入密碼以解鎖修改權限（預設 admin888）。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可調參數：警報溫度閥值（°C）、監測開始與結束時間、雲端監測頻率、變更管理密碼。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即時套用：點「儲存設定」後，資訊立即更新至 Firestore 雲端，前端網頁即時變更。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注意：HMI 修改僅影響 Firebase 即時端。若要同步至本機與 GAS 試算表，需手動執行同步指令。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👥 聯絡人名冊即時更新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即時管理：可於網頁直接新增聯絡人、停用或刪除現有對象。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通報類型支援：LINE（輸入使用者或群組 ID）、Email（收件者信箱）。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一鍵啟用／停用：可勾選開關切換特定人員是否接收通知，不需刪除資料。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即時同步：儲存後立即寫入 `contacts/` 資料表，本機與雲端下次執行時會直接讀取最新名單發送。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📋 通報紀錄與警報狀態標示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📋 通報紀錄功能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歷史明細：顯示最近 100 筆通報紀錄，含時間、觀測溫度、閾值、狀態、管道等。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即時篩選：右上角搜尋框可依任何關鍵字（如「本機」、「LINE」、「高溫」）即時過濾。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匯出功能：點「匯出 CSV」可將歷史紀錄下載備份為 Excel 可開的 CSV 檔。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🎨 警報字體與狀態顏色 (修正後)</a:t>
            </a:r>
          </a:p>
          <a:p>
            <a:pPr>
              <a:defRPr sz="1500" b="1">
                <a:solidFill>
                  <a:srgbClr val="94A3B8"/>
                </a:solidFill>
                <a:latin typeface="Microsoft JhengHei"/>
              </a:defRPr>
            </a:pPr>
            <a:r>
              <a:t>⬛ 正常（未超標） — 灰藍色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    狀態正常，僅寫入心跳或例行記錄，不再誤標為紅色。</a:t>
            </a:r>
          </a:p>
          <a:p>
            <a:pPr>
              <a:defRPr sz="1500" b="1">
                <a:solidFill>
                  <a:srgbClr val="22C55E"/>
                </a:solidFill>
                <a:latin typeface="Microsoft JhengHei"/>
              </a:defRPr>
            </a:pPr>
            <a:r>
              <a:t>🟢 溫度回落正常（警報解除） — 綠色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    原高溫警報解除，溫度已降回閾值以下，發送解除通知。</a:t>
            </a:r>
          </a:p>
          <a:p>
            <a:pPr>
              <a:defRPr sz="1500" b="1">
                <a:solidFill>
                  <a:srgbClr val="EF4444"/>
                </a:solidFill>
                <a:latin typeface="Microsoft JhengHei"/>
              </a:defRPr>
            </a:pPr>
            <a:r>
              <a:t>🔴 高溫超標警報 — 紅色</a:t>
            </a:r>
          </a:p>
          <a:p>
            <a:pPr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    溫度高於警報閾值，觸發 LINE/Email 警報通知。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🛠️ 本機 Python 程式配置與必要檔案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📂 必要檔案清單 (路徑 C:\GOOGLE ANGET\溫度通報)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config.json：本機設定檔（含 LINE / SMTP 信箱設定）。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firebase_key.json：Firebase 連線私鑰，用以直接讀寫 Firestore 即時狀態、聯絡人與寫入紀錄。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weather_monitor.py：主程式，讀取氣象 API 並進行通報與上報心跳。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sync_sheet_to_firebase.py：手動補資料同步工具。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⚙️ config.json 設定檔重點欄位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• cwa_api_key：中央氣象署開放資料 API Key。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• cwa_station_id：選定的氣象觀測站 ID（如線西觀測站 C2G870）。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• temperature_threshold：溫度警報臨界點（例如 28.0）。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• web_app_url：可保留為空字串！v3.0 已改為本機程式直接透過 firebase_key.json 更新雲端資料庫，無需中轉 Web App。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• line.channel_access_token &amp; line.to：LINE Bot 權限與發送對象。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Microsoft JhengHei"/>
              </a:defRPr>
            </a:pPr>
            <a:r>
              <a:t>• email.smtp_user &amp; smtp_password：發信 Gmail 信箱與「16 位元應用程式密碼」。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🛠️ Windows 工作排程器自動化設定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09728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⏰ 建立 Windows 背景定時排程步驟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開啟排程器：按 Win + R 輸入 taskschd.msc 開啟工作排程器。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建立基本工作：於右側點擊「建立基本工作」，設定名稱為「溫度通報系統」。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觸發程序與動作：設定為「每天」執行。動作選擇「啟動程式」。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設定程式引數與路徑：</a:t>
            </a:r>
            <a:br/>
            <a:r>
              <a:t>    - 程式或指令碼：python（或 Python 完整安裝路徑）</a:t>
            </a:r>
            <a:br/>
            <a:r>
              <a:t>    - 新增引數：weather_monitor.py</a:t>
            </a:r>
            <a:br/>
            <a:r>
              <a:t>    - 開始位置 (重要)：C:\GOOGLE ANGET\溫度通報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設定執行頻率：儲存工作後，點擊該排程右鍵 -&gt;「內容」-&gt;「觸發程序」頁籤 -&gt; 點擊編輯 -&gt; 勾選「重複工作間隔」設為 1 小時，持續時間設為「無限期」。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手動驗證：可以對排程右鍵點選「執行」，檢視 last_notified.json 是否更新、Firebase 狀態是否有更新時間，以確認執行正常。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☁️ Google Apps Script (GAS) 雲端備援設定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☁️ 雲端備援端角色與功能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備援機制：當本機電腦斷電、當機、網路中斷時，雲端 GAS 會自動接手進行監控。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即時狀態上報：當備援端執行且偵測到本機異常時，會在 Firebase 中寫入 `heartbeat_source: "cloud"`。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HMI 狀態對應：此時 HMI 儀表板會將本機心跳燈亮起 🟡 琥珀色閃爍 並顯示「雲端監控（本機異常）」，方便管理員得知本機電腦狀態並前去處理。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⚙️ GAS 部署與排程設定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代碼更新：開啟 Google 試算表，點選 擴充功能 -&gt; Apps Script。點開 Code.gs，將最新版 Code.gs 複製全選貼上，並按 Ctrl+S 存檔。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管理部署：點選 部署 -&gt; 管理部署，選取現有版本，並建立「新版本」後部署。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新增觸發條件：點左側「時鐘」圖示，新增觸發條件：</a:t>
            </a:r>
            <a:br/>
            <a:r>
              <a:t>    - 執行功能：checkWeatherAndNotify</a:t>
            </a:r>
            <a:br/>
            <a:r>
              <a:t>    - 部署：選取剛建立的最新版本</a:t>
            </a:r>
            <a:br/>
            <a:r>
              <a:t>    - 來源：時間型觸發程序</a:t>
            </a:r>
            <a:br/>
            <a:r>
              <a:t>    - 時間間隔：每小時執行一次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🔒 日常維護與安全管理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🕹️ 日常維護操作方式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試算表自訂選單（🌡️ 溫度通報系統）：</a:t>
            </a:r>
            <a:br/>
            <a:r>
              <a:t>    - 🧪 測試即時通報：強制發送通報（忽略時段與鎖定）。</a:t>
            </a:r>
            <a:br/>
            <a:r>
              <a:t>    - 🔄 重置防重複鎖定：清除當天通知紀錄，下次超溫立即通報。</a:t>
            </a:r>
            <a:br/>
            <a:r>
              <a:t>    - 🔄 同步資料至 Firebase：一鍵同步設定與聯絡人。</a:t>
            </a:r>
            <a:br/>
            <a:r>
              <a:t>    - 📏 重設欄寬：整理當月紀錄分頁欄寬。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手動補歷史資料工具：執行 python sync_sheet_to_firebase.py，將試算表的歷史通報數據，補寫入 Firebase 供 HMI 網頁顯示。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🔒 安全管理指引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Firebase 金鑰：firebase_key.json 為雲端資料庫私鑰，權限等同最高管理員，嚴禁分享或上傳至公開 Git 儲存庫。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設定檔安全：config.json 包含 LINE Access Token、Gmail 帳密等敏感欄位，切勿公開。</a:t>
            </a:r>
          </a:p>
          <a:p>
            <a:pPr>
              <a:spcAft>
                <a:spcPts val="15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HMI 管理密碼：預設密碼為 admin888。強烈建議在系統上線後，第一時間於系統設定頁面修改為強密碼。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Microsoft JhengHei"/>
              </a:defRPr>
            </a:pPr>
            <a:r>
              <a:t>🆕 v3.0 版本更新摘要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09728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D3EE"/>
                </a:solidFill>
                <a:latin typeface="Microsoft JhengHei"/>
              </a:defRPr>
            </a:pPr>
            <a:r>
              <a:t>🆕 系統 v3.0 新增與修改亮點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即時網頁儀表板：新增 Firebase HMI 網頁即時狀態監控（環形溫度計、即時設定、名冊與歷史通報紀錄）。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直接 Firebase 心跳：本機 weather_monitor.py 自動上傳 Firebase，不需要 GAS Web App 中轉 URL。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三段式心跳設計：本機綠燈在線、本機異常黃燈雲端接手、離線紅燈警報，狀態清晰明瞭。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警報狀態顏色修正：歷史通報紀錄之「正常(未超標)」改為灰藍色字體，高溫超標與回落正常分別以紅、綠區分。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Microsoft JhengHei"/>
              </a:defRPr>
            </a:pPr>
            <a:r>
              <a:t>• 手動補歷史資料工具：新增 sync_sheet_to_firebase.py，解決舊資料或雲端同步中斷之補登需求，統一歷史紀錄 schema（使用 obs_time, alert_state, status_text 等欄位）。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