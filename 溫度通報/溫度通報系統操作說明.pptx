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彰化縣線西鄉環境溫度監控與雙軌備援通報系統</a:t>
            </a:r>
          </a:p>
          <a:p>
            <a:pPr>
              <a:spcBef>
                <a:spcPts val="1000"/>
              </a:spcBef>
              <a:defRPr sz="2600">
                <a:solidFill>
                  <a:srgbClr val="22D3EE"/>
                </a:solidFill>
                <a:latin typeface="Microsoft JhengHei"/>
              </a:defRPr>
            </a:pPr>
            <a:r>
              <a:t>操作與維護說明書 (v4.7 整合版)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整合 GAS 後端安全設定管理與 Firebase HMI 即時雲端監控儀表板，支援任意行動與桌面裝置。</a:t>
            </a:r>
          </a:p>
          <a:p>
            <a:pPr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更新日期：2026-06-12 | 系統版本：v4.7 整合版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🏗️ 系統架構（v4.7 整合雙軌備援）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雙軌主要與備援監測端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主要端 (本機 Python)：每天 07:58 起每 10 分鐘執行，抓取 CWA 最新溫度，將即時資料與心跳雙寫至 Firebase 與 GAS。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備援端 (GAS 雲端腳本)：每小時自動執行，偵測本機異常時接手。在 Firebase 寫入 cloud 來源心跳並發送 LINE/Email 警報。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日常維護與手動同步：提供 Google 試算表選單與本機 Python 同步腳本，一鍵同步兩端資料庫。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Firebase Firestore 與人機網頁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Google 試算表：作為設定檔與歷史紀錄歸檔主資料庫。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 Firestore：即時雲端資料庫，即時同步溫度、心跳、警報狀態與聯絡人資訊。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 HMI 儀表板：靜態網頁託管 (Hosting)，可使用任意瀏覽器開啟，資料每秒即時同步更新。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🖥️ 雙軌人機網頁 (Firebase &amp; GAS HMI)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即時監控儀表板網址（任意裝置可開）：</a:t>
            </a:r>
          </a:p>
          <a:p>
            <a:pPr>
              <a:spcBef>
                <a:spcPts val="500"/>
              </a:spcBef>
              <a:defRPr sz="2200" b="1">
                <a:solidFill>
                  <a:srgbClr val="22D3EE"/>
                </a:solidFill>
                <a:latin typeface="Consolas"/>
              </a:defRPr>
            </a:pPr>
            <a:r>
              <a:t>https://hongsheng-temp-523.web.app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035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💡 免安裝與即時更新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無須安裝 App，使用手機、電腦、平板之瀏覽器即可監控。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基於 Firestore onSnapshot 技術，資料變更時每秒自動推送至網頁，無須手動重新整理。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響應式網頁設計 (RWD)，完美適配各種螢幕尺寸。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3035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🔒 權限與安全登入後端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公開顯示：首頁即時溫度、三態心跳監控與歷史通報紀錄對所有人開放。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密碼防護：系統設定、聯絡名冊新增/刪除及測試工具均需輸入密碼解鎖（預設 admin888）。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手機適配：窄螢幕下選單自動轉底部懸浮列，表格支援手勢橫向滑動防止截斷。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📊 儀表板與即時監控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📊 首頁顯示資訊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即時環境溫度：環形溫度計隨狀態（正常/高溫）自動變色，大字級即時顯示。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警報閾值：當前設定的警報啟動溫度（°C）。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監控時段與頻率：標示監測時間區段以及 GAS 的雲端備援監控頻率。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本機監控端心跳：顯示最後一次收到心跳的時間，為判斷系統在線與否的關鍵指標。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💓 本機心跳三段監控狀態</a:t>
            </a:r>
          </a:p>
          <a:p>
            <a:pPr>
              <a:defRPr sz="1600" b="1">
                <a:solidFill>
                  <a:srgbClr val="22C55E"/>
                </a:solidFill>
                <a:latin typeface="Microsoft JhengHei"/>
              </a:defRPr>
            </a:pPr>
            <a:r>
              <a:t>🟢 在線 (正常)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說明：本機 Python 程式正常運行並定時上報心跳。</a:t>
            </a:r>
          </a:p>
          <a:p>
            <a:pPr>
              <a:defRPr sz="1600" b="1">
                <a:solidFill>
                  <a:srgbClr val="EAB308"/>
                </a:solidFill>
                <a:latin typeface="Microsoft JhengHei"/>
              </a:defRPr>
            </a:pPr>
            <a:r>
              <a:t>🟡 雲端監控（本機異常）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說明：本機電腦無心跳，雲端 GAS 備援已接手（琥珀色閃爍）。</a:t>
            </a:r>
          </a:p>
          <a:p>
            <a:pPr>
              <a:defRPr sz="1600" b="1">
                <a:solidFill>
                  <a:srgbClr val="EF4444"/>
                </a:solidFill>
                <a:latin typeface="Microsoft JhengHei"/>
              </a:defRPr>
            </a:pPr>
            <a:r>
              <a:t>🔴 離線警報</a:t>
            </a:r>
          </a:p>
          <a:p>
            <a:pPr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說明：本機與雲端備援皆無上報心跳，請立即前往檢查。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⚙️ 系統設定與 👥 聯絡名冊管理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⚙️ HMI 系統設定調整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管理驗證：需輸入密碼以解鎖修改權限（預設 admin888）。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可調參數：警報溫度閥值（°C）、監測開始與結束時間、雲端監測頻率、變更管理密碼。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即時套用：點「儲存設定」後，資訊立即更新至 Firestore 雲端，前端網頁即時變更。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雙軌同步：在 Google 試算表選單按「同步資料至 Firebase」或執行 python sync_sheet_to_firebase.py 將試算表與 Firebase 設定同步。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👥 聯絡人名冊即時更新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即時管理：可於網頁直接新增聯絡人、停用或刪除現有對象。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通報類型支援：LINE（輸入使用者或群組 ID）、Email（收件者信箱）。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一鍵啟用／停用：可勾選開關切換特定人員是否接收通知，不需刪除資料。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即時同步：儲存後立即寫入 Firestore，本機與雲端下次執行時會直接讀取最新名單發送。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📋 歷史通報紀錄與狀態顏色標示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📋 通報紀錄功能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歷史明細：顯示最近 100 筆通報紀錄，含時間、觀測溫度、閾值、狀態、管道等。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即時篩選：右上角搜尋框可依任何關鍵字（如「本機」、「LINE」、「高溫」）即時過濾。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匯出功能：點「匯出 CSV」可將歷史紀錄下載備份為 Excel 可開的 CSV 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🎨 警報字體與狀態顏色</a:t>
            </a:r>
          </a:p>
          <a:p>
            <a:pPr>
              <a:defRPr sz="1500" b="1">
                <a:solidFill>
                  <a:srgbClr val="94A3B8"/>
                </a:solidFill>
                <a:latin typeface="Microsoft JhengHei"/>
              </a:defRPr>
            </a:pPr>
            <a:r>
              <a:t>⬛ 正常（未超標） — 灰藍色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狀態正常，僅寫入心跳或例行記錄，不再誤標為紅色。</a:t>
            </a:r>
          </a:p>
          <a:p>
            <a:pPr>
              <a:defRPr sz="1500" b="1">
                <a:solidFill>
                  <a:srgbClr val="22C55E"/>
                </a:solidFill>
                <a:latin typeface="Microsoft JhengHei"/>
              </a:defRPr>
            </a:pPr>
            <a:r>
              <a:t>🟢 溫度回落正常（警報解除） — 綠色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原高溫警報解除，溫度已降回閾值以下，發送解除通知。</a:t>
            </a:r>
          </a:p>
          <a:p>
            <a:pPr>
              <a:defRPr sz="1500" b="1">
                <a:solidFill>
                  <a:srgbClr val="EF4444"/>
                </a:solidFill>
                <a:latin typeface="Microsoft JhengHei"/>
              </a:defRPr>
            </a:pPr>
            <a:r>
              <a:t>🔴 高溫超標警報 — 紅色</a:t>
            </a:r>
          </a:p>
          <a:p>
            <a:pPr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溫度高於警報閾值，觸發 LINE/Email 警報通知。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🛠️ 本機 Python 程式配置與必要檔案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📂 必要檔案清單 (路徑 C:\GOOGLE ANGET\溫度通報)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config.json：本機設定檔（含 LINE / SMTP 信箱設定）。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firebase_key.json：Firebase 連線私鑰，用以直接極速讀寫 Firestore 即時狀態與紀錄。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weather_monitor.py：主程式，讀取氣象 API 並進行通報與上報心跳。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sync_sheet_to_firebase.py：手動補資料同步工具。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⚙️ config.json 設定檔重點欄位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cwa_api_key &amp; cwa_station_id：氣象署開放資料 API Key 與站點編號 (C2G870)。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temperature_threshold：溫度警報臨界點（例如 28.0）。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web_app_url：GAS Web App URL。本機程式定時向其發送 POST 請求以更新試算表數據。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line &amp; email：LINE Bot 憑證/收件人、SMTP 伺服器與發信/收信 Gmail 帳密。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🛠️ Windows 工作排程器自動化設定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⏰ 建立 Windows 背景定時排程步驟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開啟排程器：按 Win + R 輸入 taskschd.msc 開啟工作排程器。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建立基本工作：於右側點擊「建立基本工作」，設定名稱為「環境溫度監控通報系統」。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觸發程序與動作：設定為「每天」執行。動作選擇「啟動程式」。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設定程式引數與路徑：程式或指令碼輸入 pythonw (無視窗背景版)，引數輸入 weather_monitor.py，開始位置輸入 C:\GOOGLE ANGET\溫度通報。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設定執行頻率：點擊該排程右鍵 -&gt; 內容 -&gt; 觸發程序 -&gt; 編輯 -&gt; 勾選「重複工作間隔」設為 10 分鐘，持續時間設為 1 天。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時間校正：排程開始時間設為 07:58 AM，重複間隔為 10 分鐘，將於每天的 07:58 到 23:58 全程高頻精準觀測。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☁️ Google Apps Script (GAS) 雲端備援設定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☁️ 雲端備援端角色與功能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備援機制：當本機電腦斷電、當機、網路中斷時，雲端 GAS 會自動接手進行監控。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即時狀態上報：當備援端執行且偵測到本機異常時，會在 Firebase 中寫入 heartbeat_source: "cloud"。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HMI 狀態對應：此時 HMI 儀表板會將本機心跳燈亮起 🟡 琥珀色閃爍 並顯示「雲端監控（本機異常）」，方便管理員巡檢。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⚙️ GAS 部署與排程設定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代碼更新：開啟 Apps Script 編輯器，複製最新的 Code.gs 並存檔。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管理部署：部署 -&gt; 管理部署 -&gt; 選取現有版本 -&gt; 點編輯選「建立新版本」後部署。複製產出網址填入本機 config.json。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新增觸發條件：點選左側時鐘圖示，新增執行 checkWeatherAndNotify 的時間型觸發程序，間隔設為每小時一次。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🔒 日常維護與安全管理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🕹️ 日常維護操作方式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試算表自訂選單（🌡️ 溫度通報系統）：測試即時通報、重置防重複鎖定、同步資料至 Firebase、重設欄寬。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手動補歷史資料工具：執行 python sync_sheet_to_firebase.py，將試算表的歷史通報數據，補寫入 Firebase 供 HMI 網頁顯示。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🔒 安全管理指引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 金鑰：firebase_key.json 為雲端資料庫私鑰，權限等同最高管理員，嚴禁分享或公開。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設定檔安全：config.json 包含 LINE Access Token、Gmail 帳密等敏感欄位，切勿公開。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HMI 管理密碼：預設密碼為 admin888。強烈建議在系統上線後，第一時間於系統設定頁面修改為強密碼。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🆕 v4.5 版本更新摘要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🆕 系統 v4.5 新增與修改亮點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雙軌寫入整合：本機端 weather_monitor.py 同時雙寫 GAS Web App 與 Firebase，完美融合兩者優勢。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三態心跳燈標示：HMI 儀表板以 🟢在線、🟡雲端接管、🔴完全離線 清晰呈現系統健康狀態。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高頻監控對齊：Windows 工作排程器改為 07:58 AM 開始每 10 分鐘執行，排除延遲，全程高頻精準監控。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介面安全防護：GAS 網頁端新增密碼驗證（預設 admin888）與安全登出機制，行動端版面全面適配。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手動同步加強：sync_sheet_to_firebase.py 整合歷史紀錄 schema，確保資料統一。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🆕 v4.7 版本更新摘要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🆕 系統 v4.7 新增與修改亮點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雙模溫度趨勢圖：不論是 Firebase HMI 還是 GAS 雲端後台，皆全面整合 Chart.js 溫度趨勢圖，支援即時 24H 與歷史範圍查詢，並內建等距降採樣演算法，流暢不卡頓。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精準整點心跳排程 (XX:58)：放寬監測時段至 07:00 - 24:00，搭配 60 分鐘本機節流，精確於 07:58, 08:58, ..., 23:58 發送心跳，完成每日最後一次安全監控。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試算表刪除與修改即時同步：同步邏輯改為雙向比對，刪除的行會即時 DELETE 移出 Firestore。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安裝式 onChange 監聽：註冊雲端 onChange 觸發器，試算表一有變更（如手動增刪）就即時自動同步至 Firebase，無須手動按鈕。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HMI 功能相容性修正：修正全域變數重複宣告 JS 語法錯誤，並加入 Cache-busting 資源載入（v4.6 版本），徹底修復歷史查詢無反應問題。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🆕 v4.8 版本更新摘要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🆕 系統 v4.8 新增與修改亮點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新增 Microsoft Teams Webhook 通報：本機 Python 程式與雲端 GAS 備援程式皆已支援發送高溫與回落警報至 Teams 頻道。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試算表設定檔動態載入：雲端 GAS 支援從「系統設定」工作表動態讀取「Teams Webhook URL」，免修改程式即可更新網址。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MessageCard 卡片美化：傳送至 Teams 頻道的訊息採用結構化 MessageCard 設計，高溫警報以紅色警示，正常回落以綠色標示。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🆕 v4.9 版本更新摘要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🆕 系統 v4.9 新增與修改亮點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獨立的月度 24 小時記錄分頁：雲端 Apps Script 重構日誌寫入路由，日常每 10 分鐘心跳與溫度觀測，自動分流寫入「X月-24小時記錄」分頁，避免主通報紀錄分頁被洗版。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專屬綠色系排版風格：針對「24小時記錄」分頁套用專屬的深綠色主題表頭（#2E7D32）與排版格式，利於視覺區分，畫面更乾淨整潔。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