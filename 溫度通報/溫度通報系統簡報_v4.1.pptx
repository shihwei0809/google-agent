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環境溫度監控與雙向備援通報系統 (v4.1)</a:t>
            </a:r>
          </a:p>
          <a:p>
            <a:pPr>
              <a:spcAft>
                <a:spcPts val="4800"/>
              </a:spcAft>
              <a:defRPr sz="2000">
                <a:solidFill>
                  <a:srgbClr val="3B82F6"/>
                </a:solidFill>
                <a:latin typeface="Microsoft JhengHei"/>
              </a:defRPr>
            </a:pPr>
            <a:r>
              <a:t>引進全新 HMI 雲端人機管理網頁、行動端佈局適配與密碼安全防護</a:t>
            </a:r>
          </a:p>
          <a:p>
            <a:pPr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專案開發維護團隊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Microsoft JhengHei"/>
              </a:defRPr>
            </a:pPr>
            <a:r>
              <a:t>我們面臨的挑戰與痛點 (Challenges)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628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傳統管理的局限性 ： </a:t>
            </a:r>
            <a:r>
              <a:rPr sz="1500">
                <a:solidFill>
                  <a:srgbClr val="333333"/>
                </a:solidFill>
                <a:latin typeface="Microsoft JhengHei"/>
              </a:rPr>
              <a:t>以往修改警報閾值、時段與通報人員時，管理人員必須直接進入 Google 試算表編輯資料，操作不夠直覺且容易誤刪其他重要儲存格。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高溫風險與工安安全 ： </a:t>
            </a:r>
            <a:r>
              <a:rPr sz="1500">
                <a:solidFill>
                  <a:srgbClr val="333333"/>
                </a:solidFill>
                <a:latin typeface="Microsoft JhengHei"/>
              </a:rPr>
              <a:t>夏季高溫容易導致設備過熱，需即時啟動灑水與循環過濾器，要求通報系統必須 24 小時高度即時與穩定運作。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測站資料更新延遲 ： </a:t>
            </a:r>
            <a:r>
              <a:rPr sz="1500">
                <a:solidFill>
                  <a:srgbClr val="333333"/>
                </a:solidFill>
                <a:latin typeface="Microsoft JhengHei"/>
              </a:rPr>
              <a:t>舊氣象站資料發布有 15-20 分鐘延遲，導致產生監控盲區。系統已全面改用伸港站 API，更新頻率縮短至 10 分鐘。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單點故障與行動管理痛點 ： </a:t>
            </a:r>
            <a:r>
              <a:rPr sz="1500">
                <a:solidFill>
                  <a:srgbClr val="333333"/>
                </a:solidFill>
                <a:latin typeface="Microsoft JhengHei"/>
              </a:rPr>
              <a:t>本機斷電或斷網會中斷通報。此外，人員在戶外時急需使用手機修改設定或名單，但以往的試算表格在手機上極難操作。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Microsoft JhengHei"/>
              </a:defRPr>
            </a:pPr>
            <a:r>
              <a:t>全新雲端人機介面與行動優化 (HMI &amp; Mobile)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628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600">
                <a:solidFill>
                  <a:srgbClr val="3B82F6"/>
                </a:solidFill>
                <a:latin typeface="Microsoft JhengHei"/>
              </a:rPr>
              <a:t>■  狀態儀表板與快速工具 ： </a:t>
            </a:r>
            <a:r>
              <a:rPr sz="1500">
                <a:solidFill>
                  <a:srgbClr val="333333"/>
                </a:solidFill>
                <a:latin typeface="Microsoft JhengHei"/>
              </a:rPr>
              <a:t>採用深色科技感毛玻璃視覺。即時溫度以圓形環狀圖示（Gauge）動態呈現，並依溫度自動切換顏色；顯示本機心跳在線狀態，提供一鍵通報測試、重置鎖定及欄寬美化。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3B82F6"/>
                </a:solidFill>
                <a:latin typeface="Microsoft JhengHei"/>
              </a:rPr>
              <a:t>■  系統安全驗證密碼 (v4.1 新增) ： </a:t>
            </a:r>
            <a:r>
              <a:rPr sz="1500">
                <a:solidFill>
                  <a:srgbClr val="333333"/>
                </a:solidFill>
                <a:latin typeface="Microsoft JhengHei"/>
              </a:rPr>
              <a:t>針對變更設定、新增/刪除/啟閉聯絡人以及測試工具等操作，加入安全密碼驗證（預設 `admin888`），防止未授權篡改。提供安全登出功能，並在試算表直接操作時自動繞過。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3B82F6"/>
                </a:solidFill>
                <a:latin typeface="Microsoft JhengHei"/>
              </a:rPr>
              <a:t>■  手機端導覽列適配 (v4.1 新增) ： </a:t>
            </a:r>
            <a:r>
              <a:rPr sz="1500">
                <a:solidFill>
                  <a:srgbClr val="333333"/>
                </a:solidFill>
                <a:latin typeface="Microsoft JhengHei"/>
              </a:rPr>
              <a:t>窄螢幕（寬度 &lt;= 768px）下，左側導覽欄自動轉換為底部懸浮導覽列，符合單手大拇指觸碰操作習慣，提供最佳的行動端操作體驗。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3B82F6"/>
                </a:solidFill>
                <a:latin typeface="Microsoft JhengHei"/>
              </a:rPr>
              <a:t>■  手機端橫向滑動表格 (v4.1 新增) ： </a:t>
            </a:r>
            <a:r>
              <a:rPr sz="1500">
                <a:solidFill>
                  <a:srgbClr val="333333"/>
                </a:solidFill>
                <a:latin typeface="Microsoft JhengHei"/>
              </a:rPr>
              <a:t>表格欄位支援手勢橫向滑動（min-width 設計），防止 LINE ID 或 Email 在手機上被截斷或擠壓換行，確保資料呈現完整度。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Microsoft JhengHei"/>
              </a:defRPr>
            </a:pPr>
            <a:r>
              <a:t>智慧雙軌備援與 HMI 架構 (Architecture)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628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主要觀測端 (本機 Python) ： </a:t>
            </a:r>
            <a:r>
              <a:rPr sz="1500">
                <a:solidFill>
                  <a:srgbClr val="333333"/>
                </a:solidFill>
                <a:latin typeface="Microsoft JhengHei"/>
              </a:rPr>
              <a:t>每 10 分鐘定時執行，讀取雲端「監測頻率」決定是否執行觀測，並向 Apps Script Web App 發送 POST 心跳及溫度觀測紀錄。</a:t>
            </a:r>
          </a:p>
          <a:p>
            <a:pPr>
              <a:spcAft>
                <a:spcPts val="22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雲端備援端 (Google Apps Script) ： </a:t>
            </a:r>
            <a:r>
              <a:rPr sz="1500">
                <a:solidFill>
                  <a:srgbClr val="333333"/>
                </a:solidFill>
                <a:latin typeface="Microsoft JhengHei"/>
              </a:rPr>
              <a:t>定時執行時檢查本機心跳。若本機在超時閥值內無心跳，雲端自動接管觀測與報警；若心跳正常，則雲端跳過本次執行以節省額度。</a:t>
            </a:r>
          </a:p>
          <a:p>
            <a:pPr>
              <a:spcAft>
                <a:spcPts val="22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HMI 門面網頁 (Web App HTML) ： </a:t>
            </a:r>
            <a:r>
              <a:rPr sz="1500">
                <a:solidFill>
                  <a:srgbClr val="333333"/>
                </a:solidFill>
                <a:latin typeface="Microsoft JhengHei"/>
              </a:rPr>
              <a:t>利用 Apps Script HTML Service 輸出網頁畫面。前端與試算表數據庫之間透過安全、快速的 RPC 非同步管道 (google.script.run) 連接，實現零延遲讀寫。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Microsoft JhengHei"/>
              </a:defRPr>
            </a:pPr>
            <a:r>
              <a:t>卓越系統細節與優越體驗 (Features &amp; UX)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628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4E79"/>
                </a:solidFill>
                <a:latin typeface="Microsoft JhengHei"/>
              </a:rPr>
              <a:t>■  獨立系統設定分頁 ： </a:t>
            </a:r>
            <a:r>
              <a:rPr sz="1500">
                <a:solidFill>
                  <a:srgbClr val="333333"/>
                </a:solidFill>
                <a:latin typeface="Microsoft JhengHei"/>
              </a:rPr>
              <a:t>將溫度閥值、開始/結束時段、監測頻率以及安全密碼集中於「系統設定」分頁，具備自動初始化與相容舊設定列的降級機制。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4E79"/>
                </a:solidFill>
                <a:latin typeface="Microsoft JhengHei"/>
              </a:rPr>
              <a:t>■  一鍵同步 Apps Script 定時器 ： </a:t>
            </a:r>
            <a:r>
              <a:rPr sz="1500">
                <a:solidFill>
                  <a:srgbClr val="333333"/>
                </a:solidFill>
                <a:latin typeface="Microsoft JhengHei"/>
              </a:rPr>
              <a:t>更改監測頻率儲存後，後端自動刪除並重新註冊指定分鐘數的時間觸發器，管理員無須寫入任何 Apps Script 觸發器程式碼。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4E79"/>
                </a:solidFill>
                <a:latin typeface="Microsoft JhengHei"/>
              </a:rPr>
              <a:t>■  高溫/回落雙態狀態機 ： </a:t>
            </a:r>
            <a:r>
              <a:rPr sz="1500">
                <a:solidFill>
                  <a:srgbClr val="333333"/>
                </a:solidFill>
                <a:latin typeface="Microsoft JhengHei"/>
              </a:rPr>
              <a:t>當溫度「首次超標」或「首次降回正常」時才發送即時通知，其餘時間防重複發送，避免訊息洗板打擾現場人員。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4E79"/>
                </a:solidFill>
                <a:latin typeface="Microsoft JhengHei"/>
              </a:rPr>
              <a:t>■  本機心跳寫入與欄寬保護 ： </a:t>
            </a:r>
            <a:r>
              <a:rPr sz="1500">
                <a:solidFill>
                  <a:srgbClr val="333333"/>
                </a:solidFill>
                <a:latin typeface="Microsoft JhengHei"/>
              </a:rPr>
              <a:t>本機觀測數據由 Web App 代寫回試算表「紀錄_YYYY-MM」中，保護人員微調好的專屬欄寬排版。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Microsoft JhengHei"/>
              </a:defRPr>
            </a:pPr>
            <a:r>
              <a:t>結論：工廠安全的數字之盾 (Conclusion)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628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全方位行動化人機介面 ： </a:t>
            </a:r>
            <a:r>
              <a:rPr sz="1600">
                <a:solidFill>
                  <a:srgbClr val="333333"/>
                </a:solidFill>
                <a:latin typeface="Microsoft JhengHei"/>
              </a:rPr>
              <a:t>現場人員隨時隨地可以使用手機直接完成閾值設定、聯絡人修改與溫度明細匯出，操作極致便利。</a:t>
            </a:r>
          </a:p>
          <a:p>
            <a:pPr>
              <a:spcAft>
                <a:spcPts val="24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密碼護航，權限安全 ： </a:t>
            </a:r>
            <a:r>
              <a:rPr sz="1600">
                <a:solidFill>
                  <a:srgbClr val="333333"/>
                </a:solidFill>
                <a:latin typeface="Microsoft JhengHei"/>
              </a:rPr>
              <a:t>引入安全密碼認證，防止外來人員誤觸或蓄意篡改通報系統設定，符合工廠資訊防護規範。</a:t>
            </a:r>
          </a:p>
          <a:p>
            <a:pPr>
              <a:spcAft>
                <a:spcPts val="2400"/>
              </a:spcAft>
            </a:pPr>
            <a:r>
              <a:rPr b="1" sz="1600">
                <a:solidFill>
                  <a:srgbClr val="1F4E79"/>
                </a:solidFill>
                <a:latin typeface="Microsoft JhengHei"/>
              </a:rPr>
              <a:t>■  雙軌互備，免費高可用 ： </a:t>
            </a:r>
            <a:r>
              <a:rPr sz="1600">
                <a:solidFill>
                  <a:srgbClr val="333333"/>
                </a:solidFill>
                <a:latin typeface="Microsoft JhengHei"/>
              </a:rPr>
              <a:t>結合本機高效觀測與雲端定時備援，確保警報不漏報。架構於免費雲端空間，無伺服器託管費用。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