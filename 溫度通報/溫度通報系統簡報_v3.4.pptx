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彰化縣線西鄉環境溫度監控與雙向備援通報系統 (v3.4)</a:t>
            </a:r>
          </a:p>
          <a:p>
            <a:pPr>
              <a:spcAft>
                <a:spcPts val="4800"/>
              </a:spcAft>
              <a:defRPr sz="2000">
                <a:solidFill>
                  <a:srgbClr val="C8DCF0"/>
                </a:solidFill>
                <a:latin typeface="Microsoft JhengHei"/>
              </a:defRPr>
            </a:pPr>
            <a:r>
              <a:t>IoT 時代下，動態自訂排程與獨立設定分頁的全新升級</a:t>
            </a:r>
          </a:p>
          <a:p>
            <a:pPr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專案開發維護團隊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我們面臨的挑戰 (Challenges)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高溫風險與工安安全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夏季高溫容易導致設備過熱或現場工作環境品質下降，需要即時啟動灑水與循環過濾器進行降溫。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傳統觀測資料延遲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原測站（線西站）氣象局僅提供整點更新，且發布有 15-20 分鐘延遲，存在近一小時的觀測盲區。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單點故障風險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本機單一監控程式若遭遇斷線、死機或電腦關機，容易導致警報停擺，缺乏備援接管機制。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專案核心目標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打造「10分鐘即時觀測、本機/雲端互為雙備援、自動化降溫通知」的 24 小時無縫安全守守護網。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智慧雙軌備援與節流架構 (System Architecture)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主要監控端 (本機 Python)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透過 Windows 工作排程器高頻啟動 (如每 10 分鐘)，讀取試算表的「監測頻率」動態判定是否執行氣象抓取，自動對執行時間進行動態過濾 (Throttling)，並向雲端發送活躍心跳。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雲端備援端 (Google Apps Script)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依試算表設定的監測頻率定時啟動，檢查本機心跳。若本機在超時閥值 (如頻率之 2.5 倍) 內有活躍紀錄，雲端會自動跳過（節省額度）；若本機異常斷線，雲端將自動接管觀測與報警。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數據雙向同步寫入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不論是本機執行還是雲端接管，系統皆會將當前氣溫與通知狀態，依設定頻率定時且同步寫入 Google 試算表歷史紀錄中，確保資料庫完整無缺。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觀測精度升級 — 對接 10 分鐘即時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原站點 (線西站 C0G900) 局限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因線西自動氣象站官方資料集 (O-A0001-001) 僅支援逐時更新且有傳輸延遲，導致程式在每小時初執行時，只能獲取上一個整點的舊資料（如 09:05 抓到 08:00 資料）。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新站點 (伸港站 C2G870) 優勢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將觀測站點調整為相鄰的伸港觀測站，並對接氣象署最新的 10 分鐘綜觀氣象資料 API (O-A0003-001)。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優化成果與時效性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資料更新頻率從 1 小時大幅縮短至 10 分鐘。程式在 09:05 執行時，能精準獲取 08:50 的最新氣溫，監測時效近乎零時差，顯著提升工廠應對突發高溫的反應速度。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全方位功能與極致的用戶體驗 (Features &amp; UX)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獨立系統設定分頁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將溫度閥值、開始/結束時段、監測頻率等參數集中至專屬的「系統設定」分頁，且若分頁不存在會自動建立並美化，維持聯絡人名單乾淨清晰。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排程頻率動態更新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修改頻率後點選選單「⚙️ 套用設定並更新排程」，雲端腳本會自動在背景重新設定時間型定時觸發器；本機 Python 也會自動依此頻率節流，免去手動編輯排程與代碼的繁瑣。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高溫/回落雙態狀態機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當溫度「首次超標」或「首次降回正常」時才發送即時通知，其餘時間防重複發送，避免訊息洗板打擾現場人員。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試算表格式自動美化與寬度保護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新建紀錄分頁時自動套用深藍色高對比表頭、凍結首列，並保護使用者手動拉寬微調好的專屬欄寬排版。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結論：工廠設備安全的科技之盾 (Conclusion)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418CF0"/>
          </a:solidFill>
          <a:ln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24/7 自動安全值班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徹底免除人工盯守氣溫的精力和時間，高溫時第一時間主動推送 LINE 及 Email 警報。</a:t>
            </a:r>
          </a:p>
          <a:p>
            <a:pPr>
              <a:spcAft>
                <a:spcPts val="24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設備降溫提醒到位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警報訊息內嵌操作指引，主動提醒相關人員開啟灑水設備降溫循環過濾器，確保工廠與設備安全。</a:t>
            </a:r>
          </a:p>
          <a:p>
            <a:pPr>
              <a:spcAft>
                <a:spcPts val="24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超低營運與維護成本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完全基於 Google 試算表雲端架構與本機輕量 Python 開發，無任何昂貴的伺服器代管或資料庫維護費用，安全防線長效且高性價比。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