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企業內部 Agent 平台 (EgentHub) 實戰教學指南</a:t>
            </a:r>
          </a:p>
          <a:p>
            <a:pPr>
              <a:defRPr sz="2000">
                <a:solidFill>
                  <a:srgbClr val="0EA5E9"/>
                </a:solidFill>
                <a:latin typeface="Microsoft JhengHei"/>
              </a:defRPr>
            </a:pPr>
            <a:r>
              <a:t>簡報大綱與核心內容整理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22860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平台簡介與定位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歡迎來到企業專屬的 Agent 平台 (EgentHub)！這是為企業內部打造的安全、高效 AI 助理中心。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透過這個平台，您可以：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安全地處理企業資料：所有資料留在企業內部，不用擔心機密外洩。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提升日常工作效率：將繁雜、重複的文書與分析工作交給 AI。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共享內部知識：打造各部門專屬的 AI 助理（Agent）與提示詞範本。</a:t>
            </a:r>
          </a:p>
        </p:txBody>
      </p:sp>
      <p:pic>
        <p:nvPicPr>
          <p:cNvPr id="5" name="Picture 4" descr="egenthub_platform_concept_17872877185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Agent 能做什麼？不能做什麼？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了解 AI 的能力邊界，是有效運用 Agent 的第一步。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2563EB"/>
                </a:solidFill>
                <a:latin typeface="Microsoft JhengHei"/>
              </a:defRPr>
            </a:pPr>
            <a:r>
              <a:t>✅ Agent 擅長做的事：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大量資料整理與萃取：快速從長篇報告、會議記錄中抓取重點。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草案生成與結構化：撰寫信件草稿、企劃書大綱、SOP 流程圖。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數據比對與異常分析：根據規則檢查報表、抓出不合理數值。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語言翻譯與潤飾：專業術語翻譯、語氣調整（如：嚴謹、親切）。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2563EB"/>
                </a:solidFill>
                <a:latin typeface="Microsoft JhengHei"/>
              </a:defRPr>
            </a:pPr>
            <a:r>
              <a:t>❌ Agent 無法做或需謹慎的事（常見風險）：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100% 準確的事實保證（幻覺風險）：AI 有時會「一本正經地胡說八道」。處理關鍵數據時，務必人工覆核。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承擔最終決策責任：AI 是「顧問」與「助手」，最後的判斷與決策仍須由人類負責。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•	無中生有精確數據：若未提供足夠背景資料，AI 無法通靈產出公司的真實營收或庫存。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高效提示詞「萬用四骨架」公式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不要被複雜的術語嚇到！撰寫高品質提示詞，只需像日常交辦工作一樣，包含以下 4 個基本元素：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$$\mathbf{高效提示詞} = \mathbf{角色任務} + \mathbf{背景資訊} + \mathbf{具體指令} + \mathbf{約束條件}$$</a:t>
            </a:r>
          </a:p>
        </p:txBody>
      </p:sp>
      <p:pic>
        <p:nvPicPr>
          <p:cNvPr id="5" name="Picture 4" descr="prompt_formula_concept_17872877328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真實場景對比：廠務與資材管理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透過對比，一眼看懂提示詞的優化差異。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❌ 糟糕寫法：「幫我看看這張進貨一覽表有沒有異常。」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(問題：沒有說什麼算異常、沒有指定輸出格式，AI 只能亂猜。)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✅ 骨架優化寫法：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[角色]：你是一位資深的化學品倉儲與資材管理分析師。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[背景]：我們每週需核對槽車進貨與倉儲報表，以確保裝卸效率與安全。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[指令]：請分析附檔進貨資料，檢核是否有「進貨量超出槽體安全上限」或「卸貨停留時間超過標準 90 分鐘」之紀錄。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[約束]：請以 Markdown 表格呈現異常清單（欄位：日期、車號/槽號、異常項目、超標數值、建議處理對策），並在最後列出改善建議，語氣專業嚴謹。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真實場景對比：行政與會議記錄助手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❌ 糟糕寫法：「把這份會議錄音檔整理成會議紀錄。」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(問題：AI 會把所有對話流水帳寫出來，缺乏重點與待辦事項。)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✅ 骨架優化寫法：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[角色]：你是一位高效的專案主管特助。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[背景]：這是跨部門專案進度追蹤會議的逐字稿。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[指令]：請提取會議重點，梳理出主要討論議題與決議事項。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[約束]：嚴格依據以下結構輸出：(1) 會議核心結論（3 點摘要） (2) 待辦追蹤清單（表格格式：項次｜執行項目｜負責人｜預計完成日） (3) 未決議題與風險提醒。排除所有閒聊口語贅字。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常見雷區與避坑指南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如何避免 AI 出錯？請掌握以下原則：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1. 邊界防護（防止 AI 瞎掰）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在處理重要數據（如設備參數、庫存、法規）時，請加入邊界防護語：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&gt; "僅依據我提供的內容回答，若資料不足以判斷，請明確標註【資料不足，無法確認】，切勿自行推測或編造。"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2. 正向表述（告訴它要做什麼）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與其說「不要寫太長」，不如明確說「請條列 3 點，每點不超過 50 字」。AI 對於具體的數字和正向指令理解得更好。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3. 一次說清楚（避免擠牙膏）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將需求一次性寫在提示詞中，比反覆來回修改更有效率。使用提示詞填空範本卡可以幫助你一次到位。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實戰起步：你的第一張提示詞範本卡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你可以將以下這段複製下來，每次需要時只需「填空」即可：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`text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【角色】你是一位專精於 [填入專業領域，例如：ISO品保/HR/倉儲分析] 的專家。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【任務】請協助我處理 [填入具體任務目標]。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【背景】這份資料用於 [填入用途與對象]，目前現況是 [填入情境描述]。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【步驟】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先檢查/讀取 [項目A]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進行 [分析/重寫/計算]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產出 [結果B]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【要求】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格式：以 [表格 / 條列要點 / PPT大綱] 輸出。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限制：若資料不足請標註【資料不足，無法確認】。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`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下一步：加入 Prompt 共享市集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好用的提示詞是企業的共同資產！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當你調校出一個效果極佳的提示詞（例如「儲槽巡檢報告助手」、「新人面試題庫生成」），請將它儲存為 EgentHub 平台內的共享範本。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讓各部門同仁都能重複使用，共同擴充企業的 AI 知識庫！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